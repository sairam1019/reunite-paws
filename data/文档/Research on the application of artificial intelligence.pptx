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1" r:id="rId5"/>
    <p:sldId id="260" r:id="rId6"/>
    <p:sldId id="273" r:id="rId7"/>
    <p:sldId id="272" r:id="rId8"/>
    <p:sldId id="275" r:id="rId9"/>
    <p:sldId id="270" r:id="rId10"/>
    <p:sldId id="276" r:id="rId11"/>
    <p:sldId id="277" r:id="rId12"/>
    <p:sldId id="261" r:id="rId13"/>
    <p:sldId id="267" r:id="rId14"/>
    <p:sldId id="262" r:id="rId15"/>
    <p:sldId id="274" r:id="rId16"/>
    <p:sldId id="278" r:id="rId17"/>
    <p:sldId id="269" r:id="rId18"/>
    <p:sldId id="263" r:id="rId19"/>
    <p:sldId id="264" r:id="rId20"/>
    <p:sldId id="265" r:id="rId21"/>
    <p:sldId id="266" r:id="rId22"/>
    <p:sldId id="26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BD1559F-4446-4FC6-9853-579394D57D36}">
          <p14:sldIdLst>
            <p14:sldId id="256"/>
            <p14:sldId id="257"/>
          </p14:sldIdLst>
        </p14:section>
        <p14:section name="Untitled Section" id="{DB7F56BB-5D38-4AD5-B175-F1900DD84414}">
          <p14:sldIdLst>
            <p14:sldId id="258"/>
          </p14:sldIdLst>
        </p14:section>
        <p14:section name="Untitled Section" id="{78FE6429-98BD-44BD-A932-742765E88035}">
          <p14:sldIdLst>
            <p14:sldId id="271"/>
            <p14:sldId id="260"/>
            <p14:sldId id="273"/>
            <p14:sldId id="272"/>
            <p14:sldId id="275"/>
            <p14:sldId id="270"/>
            <p14:sldId id="276"/>
            <p14:sldId id="277"/>
            <p14:sldId id="261"/>
            <p14:sldId id="267"/>
            <p14:sldId id="262"/>
            <p14:sldId id="274"/>
            <p14:sldId id="278"/>
            <p14:sldId id="269"/>
            <p14:sldId id="263"/>
            <p14:sldId id="264"/>
            <p14:sldId id="265"/>
            <p14:sldId id="266"/>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FC5472-81E3-4BFB-8473-FD1FA1B6DD54}" v="28" dt="2024-08-01T20:10:41.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kala Sai Ram" userId="ff0fbd1343f8396b" providerId="LiveId" clId="{69FC5472-81E3-4BFB-8473-FD1FA1B6DD54}"/>
    <pc:docChg chg="undo custSel addSld delSld modSld sldOrd modSection">
      <pc:chgData name="Arukala Sai Ram" userId="ff0fbd1343f8396b" providerId="LiveId" clId="{69FC5472-81E3-4BFB-8473-FD1FA1B6DD54}" dt="2024-08-01T20:10:52.821" v="691" actId="114"/>
      <pc:docMkLst>
        <pc:docMk/>
      </pc:docMkLst>
      <pc:sldChg chg="modSp mod">
        <pc:chgData name="Arukala Sai Ram" userId="ff0fbd1343f8396b" providerId="LiveId" clId="{69FC5472-81E3-4BFB-8473-FD1FA1B6DD54}" dt="2024-08-01T20:09:01.874" v="645" actId="20577"/>
        <pc:sldMkLst>
          <pc:docMk/>
          <pc:sldMk cId="242435296" sldId="257"/>
        </pc:sldMkLst>
        <pc:spChg chg="mod">
          <ac:chgData name="Arukala Sai Ram" userId="ff0fbd1343f8396b" providerId="LiveId" clId="{69FC5472-81E3-4BFB-8473-FD1FA1B6DD54}" dt="2024-08-01T20:09:01.874" v="645" actId="20577"/>
          <ac:spMkLst>
            <pc:docMk/>
            <pc:sldMk cId="242435296" sldId="257"/>
            <ac:spMk id="5" creationId="{E6B68DB2-A446-A0B0-3488-72BFC61E6754}"/>
          </ac:spMkLst>
        </pc:spChg>
      </pc:sldChg>
      <pc:sldChg chg="addSp delSp modSp mod modClrScheme chgLayout">
        <pc:chgData name="Arukala Sai Ram" userId="ff0fbd1343f8396b" providerId="LiveId" clId="{69FC5472-81E3-4BFB-8473-FD1FA1B6DD54}" dt="2024-08-01T19:48:05.021" v="259" actId="20577"/>
        <pc:sldMkLst>
          <pc:docMk/>
          <pc:sldMk cId="2139049313" sldId="258"/>
        </pc:sldMkLst>
        <pc:spChg chg="del">
          <ac:chgData name="Arukala Sai Ram" userId="ff0fbd1343f8396b" providerId="LiveId" clId="{69FC5472-81E3-4BFB-8473-FD1FA1B6DD54}" dt="2024-08-01T19:44:27.357" v="217" actId="478"/>
          <ac:spMkLst>
            <pc:docMk/>
            <pc:sldMk cId="2139049313" sldId="258"/>
            <ac:spMk id="22" creationId="{434B0FC5-A49A-D284-ABEB-BE08499063BB}"/>
          </ac:spMkLst>
        </pc:spChg>
        <pc:spChg chg="del">
          <ac:chgData name="Arukala Sai Ram" userId="ff0fbd1343f8396b" providerId="LiveId" clId="{69FC5472-81E3-4BFB-8473-FD1FA1B6DD54}" dt="2024-08-01T19:44:36.208" v="220" actId="478"/>
          <ac:spMkLst>
            <pc:docMk/>
            <pc:sldMk cId="2139049313" sldId="258"/>
            <ac:spMk id="23" creationId="{B1F90685-B7A8-0953-4EF6-5F60C2DFE8A8}"/>
          </ac:spMkLst>
        </pc:spChg>
        <pc:spChg chg="add del mod">
          <ac:chgData name="Arukala Sai Ram" userId="ff0fbd1343f8396b" providerId="LiveId" clId="{69FC5472-81E3-4BFB-8473-FD1FA1B6DD54}" dt="2024-08-01T19:44:32.646" v="219" actId="478"/>
          <ac:spMkLst>
            <pc:docMk/>
            <pc:sldMk cId="2139049313" sldId="258"/>
            <ac:spMk id="25" creationId="{109A3E90-2900-8FB1-0992-4A5C59460C85}"/>
          </ac:spMkLst>
        </pc:spChg>
        <pc:spChg chg="add mod">
          <ac:chgData name="Arukala Sai Ram" userId="ff0fbd1343f8396b" providerId="LiveId" clId="{69FC5472-81E3-4BFB-8473-FD1FA1B6DD54}" dt="2024-08-01T19:44:52.377" v="237" actId="113"/>
          <ac:spMkLst>
            <pc:docMk/>
            <pc:sldMk cId="2139049313" sldId="258"/>
            <ac:spMk id="26" creationId="{49D6D3D8-E7F7-6F40-722E-A4832676C36E}"/>
          </ac:spMkLst>
        </pc:spChg>
        <pc:spChg chg="add mod">
          <ac:chgData name="Arukala Sai Ram" userId="ff0fbd1343f8396b" providerId="LiveId" clId="{69FC5472-81E3-4BFB-8473-FD1FA1B6DD54}" dt="2024-08-01T19:48:05.021" v="259" actId="20577"/>
          <ac:spMkLst>
            <pc:docMk/>
            <pc:sldMk cId="2139049313" sldId="258"/>
            <ac:spMk id="27" creationId="{A4FC11EF-1AC5-F498-F182-88B05CFB78A0}"/>
          </ac:spMkLst>
        </pc:spChg>
      </pc:sldChg>
      <pc:sldChg chg="del">
        <pc:chgData name="Arukala Sai Ram" userId="ff0fbd1343f8396b" providerId="LiveId" clId="{69FC5472-81E3-4BFB-8473-FD1FA1B6DD54}" dt="2024-08-01T19:16:04.128" v="0" actId="47"/>
        <pc:sldMkLst>
          <pc:docMk/>
          <pc:sldMk cId="2792269345" sldId="259"/>
        </pc:sldMkLst>
      </pc:sldChg>
      <pc:sldChg chg="addSp delSp modSp mod modClrScheme chgLayout">
        <pc:chgData name="Arukala Sai Ram" userId="ff0fbd1343f8396b" providerId="LiveId" clId="{69FC5472-81E3-4BFB-8473-FD1FA1B6DD54}" dt="2024-08-01T19:32:49.049" v="63" actId="14100"/>
        <pc:sldMkLst>
          <pc:docMk/>
          <pc:sldMk cId="777374655" sldId="261"/>
        </pc:sldMkLst>
        <pc:spChg chg="add mod">
          <ac:chgData name="Arukala Sai Ram" userId="ff0fbd1343f8396b" providerId="LiveId" clId="{69FC5472-81E3-4BFB-8473-FD1FA1B6DD54}" dt="2024-08-01T19:32:13.855" v="61" actId="255"/>
          <ac:spMkLst>
            <pc:docMk/>
            <pc:sldMk cId="777374655" sldId="261"/>
            <ac:spMk id="2" creationId="{E1091183-99DD-A9E7-5CC1-FC39CC6F376C}"/>
          </ac:spMkLst>
        </pc:spChg>
        <pc:spChg chg="add del mod">
          <ac:chgData name="Arukala Sai Ram" userId="ff0fbd1343f8396b" providerId="LiveId" clId="{69FC5472-81E3-4BFB-8473-FD1FA1B6DD54}" dt="2024-08-01T19:32:41.159" v="62"/>
          <ac:spMkLst>
            <pc:docMk/>
            <pc:sldMk cId="777374655" sldId="261"/>
            <ac:spMk id="3" creationId="{91A44A77-5F38-BD73-A9D2-1E43DDAD9008}"/>
          </ac:spMkLst>
        </pc:spChg>
        <pc:spChg chg="add">
          <ac:chgData name="Arukala Sai Ram" userId="ff0fbd1343f8396b" providerId="LiveId" clId="{69FC5472-81E3-4BFB-8473-FD1FA1B6DD54}" dt="2024-08-01T19:30:44.177" v="2"/>
          <ac:spMkLst>
            <pc:docMk/>
            <pc:sldMk cId="777374655" sldId="261"/>
            <ac:spMk id="4" creationId="{C203E5F6-4F08-88A5-721B-057A050A85A4}"/>
          </ac:spMkLst>
        </pc:spChg>
        <pc:spChg chg="add">
          <ac:chgData name="Arukala Sai Ram" userId="ff0fbd1343f8396b" providerId="LiveId" clId="{69FC5472-81E3-4BFB-8473-FD1FA1B6DD54}" dt="2024-08-01T19:30:44.177" v="2"/>
          <ac:spMkLst>
            <pc:docMk/>
            <pc:sldMk cId="777374655" sldId="261"/>
            <ac:spMk id="5" creationId="{5593E4AA-8D5B-78E7-5380-C1023981431F}"/>
          </ac:spMkLst>
        </pc:spChg>
        <pc:picChg chg="add mod">
          <ac:chgData name="Arukala Sai Ram" userId="ff0fbd1343f8396b" providerId="LiveId" clId="{69FC5472-81E3-4BFB-8473-FD1FA1B6DD54}" dt="2024-08-01T19:32:49.049" v="63" actId="14100"/>
          <ac:picMkLst>
            <pc:docMk/>
            <pc:sldMk cId="777374655" sldId="261"/>
            <ac:picMk id="6" creationId="{D5EB7B22-1E64-438A-7798-06FC0479BC69}"/>
          </ac:picMkLst>
        </pc:picChg>
        <pc:picChg chg="add mod">
          <ac:chgData name="Arukala Sai Ram" userId="ff0fbd1343f8396b" providerId="LiveId" clId="{69FC5472-81E3-4BFB-8473-FD1FA1B6DD54}" dt="2024-08-01T19:31:01.957" v="4" actId="1076"/>
          <ac:picMkLst>
            <pc:docMk/>
            <pc:sldMk cId="777374655" sldId="261"/>
            <ac:picMk id="1025" creationId="{519A1E84-6EDB-1418-DF9E-7F48B1E8E4F9}"/>
          </ac:picMkLst>
        </pc:picChg>
      </pc:sldChg>
      <pc:sldChg chg="addSp delSp modSp mod modClrScheme chgLayout">
        <pc:chgData name="Arukala Sai Ram" userId="ff0fbd1343f8396b" providerId="LiveId" clId="{69FC5472-81E3-4BFB-8473-FD1FA1B6DD54}" dt="2024-08-01T19:42:14.689" v="213" actId="20577"/>
        <pc:sldMkLst>
          <pc:docMk/>
          <pc:sldMk cId="1347549107" sldId="262"/>
        </pc:sldMkLst>
        <pc:spChg chg="add">
          <ac:chgData name="Arukala Sai Ram" userId="ff0fbd1343f8396b" providerId="LiveId" clId="{69FC5472-81E3-4BFB-8473-FD1FA1B6DD54}" dt="2024-08-01T19:34:41.347" v="64"/>
          <ac:spMkLst>
            <pc:docMk/>
            <pc:sldMk cId="1347549107" sldId="262"/>
            <ac:spMk id="2" creationId="{AEBC9B8C-EE46-1AA9-1A1C-DC1E89CFBB2E}"/>
          </ac:spMkLst>
        </pc:spChg>
        <pc:spChg chg="add">
          <ac:chgData name="Arukala Sai Ram" userId="ff0fbd1343f8396b" providerId="LiveId" clId="{69FC5472-81E3-4BFB-8473-FD1FA1B6DD54}" dt="2024-08-01T19:34:41.347" v="64"/>
          <ac:spMkLst>
            <pc:docMk/>
            <pc:sldMk cId="1347549107" sldId="262"/>
            <ac:spMk id="3" creationId="{425660E6-48ED-9D0B-C9ED-5CBE5E0C6157}"/>
          </ac:spMkLst>
        </pc:spChg>
        <pc:spChg chg="add">
          <ac:chgData name="Arukala Sai Ram" userId="ff0fbd1343f8396b" providerId="LiveId" clId="{69FC5472-81E3-4BFB-8473-FD1FA1B6DD54}" dt="2024-08-01T19:34:41.347" v="64"/>
          <ac:spMkLst>
            <pc:docMk/>
            <pc:sldMk cId="1347549107" sldId="262"/>
            <ac:spMk id="4" creationId="{202F4DCB-E837-BE75-A650-EAB5F1700B2C}"/>
          </ac:spMkLst>
        </pc:spChg>
        <pc:spChg chg="add">
          <ac:chgData name="Arukala Sai Ram" userId="ff0fbd1343f8396b" providerId="LiveId" clId="{69FC5472-81E3-4BFB-8473-FD1FA1B6DD54}" dt="2024-08-01T19:34:41.347" v="64"/>
          <ac:spMkLst>
            <pc:docMk/>
            <pc:sldMk cId="1347549107" sldId="262"/>
            <ac:spMk id="5" creationId="{4F38FDED-B8E1-D808-169A-604C2F0680F2}"/>
          </ac:spMkLst>
        </pc:spChg>
        <pc:spChg chg="add">
          <ac:chgData name="Arukala Sai Ram" userId="ff0fbd1343f8396b" providerId="LiveId" clId="{69FC5472-81E3-4BFB-8473-FD1FA1B6DD54}" dt="2024-08-01T19:34:41.347" v="64"/>
          <ac:spMkLst>
            <pc:docMk/>
            <pc:sldMk cId="1347549107" sldId="262"/>
            <ac:spMk id="6" creationId="{5BF54BF8-53A3-C1AA-1F9C-C6DEE3BE517B}"/>
          </ac:spMkLst>
        </pc:spChg>
        <pc:spChg chg="add">
          <ac:chgData name="Arukala Sai Ram" userId="ff0fbd1343f8396b" providerId="LiveId" clId="{69FC5472-81E3-4BFB-8473-FD1FA1B6DD54}" dt="2024-08-01T19:34:41.347" v="64"/>
          <ac:spMkLst>
            <pc:docMk/>
            <pc:sldMk cId="1347549107" sldId="262"/>
            <ac:spMk id="7" creationId="{384AEC74-DC19-7059-3921-95FC0CBD7A00}"/>
          </ac:spMkLst>
        </pc:spChg>
        <pc:spChg chg="add">
          <ac:chgData name="Arukala Sai Ram" userId="ff0fbd1343f8396b" providerId="LiveId" clId="{69FC5472-81E3-4BFB-8473-FD1FA1B6DD54}" dt="2024-08-01T19:34:41.347" v="64"/>
          <ac:spMkLst>
            <pc:docMk/>
            <pc:sldMk cId="1347549107" sldId="262"/>
            <ac:spMk id="8" creationId="{CB645C4E-66B5-0667-2E5E-F2006F3E929D}"/>
          </ac:spMkLst>
        </pc:spChg>
        <pc:spChg chg="add">
          <ac:chgData name="Arukala Sai Ram" userId="ff0fbd1343f8396b" providerId="LiveId" clId="{69FC5472-81E3-4BFB-8473-FD1FA1B6DD54}" dt="2024-08-01T19:34:41.347" v="64"/>
          <ac:spMkLst>
            <pc:docMk/>
            <pc:sldMk cId="1347549107" sldId="262"/>
            <ac:spMk id="9" creationId="{A539D691-8C5A-FFC6-5EB4-9D7BCE691429}"/>
          </ac:spMkLst>
        </pc:spChg>
        <pc:spChg chg="add">
          <ac:chgData name="Arukala Sai Ram" userId="ff0fbd1343f8396b" providerId="LiveId" clId="{69FC5472-81E3-4BFB-8473-FD1FA1B6DD54}" dt="2024-08-01T19:34:41.347" v="64"/>
          <ac:spMkLst>
            <pc:docMk/>
            <pc:sldMk cId="1347549107" sldId="262"/>
            <ac:spMk id="10" creationId="{76996141-DDDF-9F96-0CEF-4EC267C5B91C}"/>
          </ac:spMkLst>
        </pc:spChg>
        <pc:spChg chg="add">
          <ac:chgData name="Arukala Sai Ram" userId="ff0fbd1343f8396b" providerId="LiveId" clId="{69FC5472-81E3-4BFB-8473-FD1FA1B6DD54}" dt="2024-08-01T19:34:41.347" v="64"/>
          <ac:spMkLst>
            <pc:docMk/>
            <pc:sldMk cId="1347549107" sldId="262"/>
            <ac:spMk id="11" creationId="{CB1C5412-9BE1-45FF-96F1-0570A7B0BCA0}"/>
          </ac:spMkLst>
        </pc:spChg>
        <pc:spChg chg="add mod">
          <ac:chgData name="Arukala Sai Ram" userId="ff0fbd1343f8396b" providerId="LiveId" clId="{69FC5472-81E3-4BFB-8473-FD1FA1B6DD54}" dt="2024-08-01T19:42:14.689" v="213" actId="20577"/>
          <ac:spMkLst>
            <pc:docMk/>
            <pc:sldMk cId="1347549107" sldId="262"/>
            <ac:spMk id="12" creationId="{93D5A8EC-24F5-2200-882D-5C7971BC5109}"/>
          </ac:spMkLst>
        </pc:spChg>
        <pc:spChg chg="add del mod">
          <ac:chgData name="Arukala Sai Ram" userId="ff0fbd1343f8396b" providerId="LiveId" clId="{69FC5472-81E3-4BFB-8473-FD1FA1B6DD54}" dt="2024-08-01T19:36:00.272" v="91"/>
          <ac:spMkLst>
            <pc:docMk/>
            <pc:sldMk cId="1347549107" sldId="262"/>
            <ac:spMk id="13" creationId="{8EB189D6-78DA-3306-1CA5-E7099EB55578}"/>
          </ac:spMkLst>
        </pc:spChg>
        <pc:picChg chg="add mod">
          <ac:chgData name="Arukala Sai Ram" userId="ff0fbd1343f8396b" providerId="LiveId" clId="{69FC5472-81E3-4BFB-8473-FD1FA1B6DD54}" dt="2024-08-01T19:36:05.059" v="92" actId="14100"/>
          <ac:picMkLst>
            <pc:docMk/>
            <pc:sldMk cId="1347549107" sldId="262"/>
            <ac:picMk id="14" creationId="{81EE368B-11D9-8DDF-128B-4D358EBE38E7}"/>
          </ac:picMkLst>
        </pc:picChg>
        <pc:picChg chg="add">
          <ac:chgData name="Arukala Sai Ram" userId="ff0fbd1343f8396b" providerId="LiveId" clId="{69FC5472-81E3-4BFB-8473-FD1FA1B6DD54}" dt="2024-08-01T19:34:41.347" v="64"/>
          <ac:picMkLst>
            <pc:docMk/>
            <pc:sldMk cId="1347549107" sldId="262"/>
            <ac:picMk id="2049" creationId="{D76C9FA6-D160-2C50-CD23-D48094EEF8BB}"/>
          </ac:picMkLst>
        </pc:picChg>
        <pc:picChg chg="add">
          <ac:chgData name="Arukala Sai Ram" userId="ff0fbd1343f8396b" providerId="LiveId" clId="{69FC5472-81E3-4BFB-8473-FD1FA1B6DD54}" dt="2024-08-01T19:34:41.347" v="64"/>
          <ac:picMkLst>
            <pc:docMk/>
            <pc:sldMk cId="1347549107" sldId="262"/>
            <ac:picMk id="2050" creationId="{C82FB135-7EC7-E32C-80B1-0C2C998EE753}"/>
          </ac:picMkLst>
        </pc:picChg>
        <pc:picChg chg="add">
          <ac:chgData name="Arukala Sai Ram" userId="ff0fbd1343f8396b" providerId="LiveId" clId="{69FC5472-81E3-4BFB-8473-FD1FA1B6DD54}" dt="2024-08-01T19:34:41.347" v="64"/>
          <ac:picMkLst>
            <pc:docMk/>
            <pc:sldMk cId="1347549107" sldId="262"/>
            <ac:picMk id="2051" creationId="{6A152DC7-7604-5310-7B8E-9D275BDD48AD}"/>
          </ac:picMkLst>
        </pc:picChg>
        <pc:picChg chg="add">
          <ac:chgData name="Arukala Sai Ram" userId="ff0fbd1343f8396b" providerId="LiveId" clId="{69FC5472-81E3-4BFB-8473-FD1FA1B6DD54}" dt="2024-08-01T19:34:41.347" v="64"/>
          <ac:picMkLst>
            <pc:docMk/>
            <pc:sldMk cId="1347549107" sldId="262"/>
            <ac:picMk id="2052" creationId="{F4F4987D-E74B-A284-DB50-542FC379C3FA}"/>
          </ac:picMkLst>
        </pc:picChg>
        <pc:picChg chg="add">
          <ac:chgData name="Arukala Sai Ram" userId="ff0fbd1343f8396b" providerId="LiveId" clId="{69FC5472-81E3-4BFB-8473-FD1FA1B6DD54}" dt="2024-08-01T19:34:41.347" v="64"/>
          <ac:picMkLst>
            <pc:docMk/>
            <pc:sldMk cId="1347549107" sldId="262"/>
            <ac:picMk id="2053" creationId="{9EB168DB-0087-A810-F227-A5FB7E2ACC81}"/>
          </ac:picMkLst>
        </pc:picChg>
        <pc:picChg chg="add">
          <ac:chgData name="Arukala Sai Ram" userId="ff0fbd1343f8396b" providerId="LiveId" clId="{69FC5472-81E3-4BFB-8473-FD1FA1B6DD54}" dt="2024-08-01T19:34:41.347" v="64"/>
          <ac:picMkLst>
            <pc:docMk/>
            <pc:sldMk cId="1347549107" sldId="262"/>
            <ac:picMk id="2054" creationId="{20D9381F-D041-AAFB-C257-E234F2ABAE23}"/>
          </ac:picMkLst>
        </pc:picChg>
        <pc:picChg chg="add mod">
          <ac:chgData name="Arukala Sai Ram" userId="ff0fbd1343f8396b" providerId="LiveId" clId="{69FC5472-81E3-4BFB-8473-FD1FA1B6DD54}" dt="2024-08-01T19:35:15.986" v="72" actId="1076"/>
          <ac:picMkLst>
            <pc:docMk/>
            <pc:sldMk cId="1347549107" sldId="262"/>
            <ac:picMk id="2055" creationId="{AAEC78AA-D624-7153-3A6D-9EB925E1A962}"/>
          </ac:picMkLst>
        </pc:picChg>
        <pc:picChg chg="add mod">
          <ac:chgData name="Arukala Sai Ram" userId="ff0fbd1343f8396b" providerId="LiveId" clId="{69FC5472-81E3-4BFB-8473-FD1FA1B6DD54}" dt="2024-08-01T19:35:19.477" v="76" actId="1076"/>
          <ac:picMkLst>
            <pc:docMk/>
            <pc:sldMk cId="1347549107" sldId="262"/>
            <ac:picMk id="2056" creationId="{4D273CF1-4A14-0A7E-8186-D51BC450ED5D}"/>
          </ac:picMkLst>
        </pc:picChg>
        <pc:picChg chg="add mod">
          <ac:chgData name="Arukala Sai Ram" userId="ff0fbd1343f8396b" providerId="LiveId" clId="{69FC5472-81E3-4BFB-8473-FD1FA1B6DD54}" dt="2024-08-01T19:35:17.330" v="73" actId="1076"/>
          <ac:picMkLst>
            <pc:docMk/>
            <pc:sldMk cId="1347549107" sldId="262"/>
            <ac:picMk id="2057" creationId="{52EBEE3E-3B69-B3C7-BB11-343B6770E671}"/>
          </ac:picMkLst>
        </pc:picChg>
      </pc:sldChg>
      <pc:sldChg chg="addSp delSp modSp mod ord modClrScheme chgLayout">
        <pc:chgData name="Arukala Sai Ram" userId="ff0fbd1343f8396b" providerId="LiveId" clId="{69FC5472-81E3-4BFB-8473-FD1FA1B6DD54}" dt="2024-08-01T19:37:31.016" v="137" actId="14100"/>
        <pc:sldMkLst>
          <pc:docMk/>
          <pc:sldMk cId="2739853677" sldId="263"/>
        </pc:sldMkLst>
        <pc:spChg chg="add mod">
          <ac:chgData name="Arukala Sai Ram" userId="ff0fbd1343f8396b" providerId="LiveId" clId="{69FC5472-81E3-4BFB-8473-FD1FA1B6DD54}" dt="2024-08-01T19:37:25.985" v="135" actId="207"/>
          <ac:spMkLst>
            <pc:docMk/>
            <pc:sldMk cId="2739853677" sldId="263"/>
            <ac:spMk id="2" creationId="{6985D220-8FA0-3E1C-464A-D706338B0B61}"/>
          </ac:spMkLst>
        </pc:spChg>
        <pc:spChg chg="add del mod">
          <ac:chgData name="Arukala Sai Ram" userId="ff0fbd1343f8396b" providerId="LiveId" clId="{69FC5472-81E3-4BFB-8473-FD1FA1B6DD54}" dt="2024-08-01T19:37:28.306" v="136"/>
          <ac:spMkLst>
            <pc:docMk/>
            <pc:sldMk cId="2739853677" sldId="263"/>
            <ac:spMk id="3" creationId="{26F40A2B-9B95-3D91-66BC-7E9E6472CB53}"/>
          </ac:spMkLst>
        </pc:spChg>
        <pc:picChg chg="add mod">
          <ac:chgData name="Arukala Sai Ram" userId="ff0fbd1343f8396b" providerId="LiveId" clId="{69FC5472-81E3-4BFB-8473-FD1FA1B6DD54}" dt="2024-08-01T19:37:31.016" v="137" actId="14100"/>
          <ac:picMkLst>
            <pc:docMk/>
            <pc:sldMk cId="2739853677" sldId="263"/>
            <ac:picMk id="4" creationId="{D40DA628-37E8-2595-B55B-6259510E35F3}"/>
          </ac:picMkLst>
        </pc:picChg>
      </pc:sldChg>
      <pc:sldChg chg="addSp delSp modSp mod modClrScheme chgLayout">
        <pc:chgData name="Arukala Sai Ram" userId="ff0fbd1343f8396b" providerId="LiveId" clId="{69FC5472-81E3-4BFB-8473-FD1FA1B6DD54}" dt="2024-08-01T19:38:23.042" v="155" actId="14100"/>
        <pc:sldMkLst>
          <pc:docMk/>
          <pc:sldMk cId="3590618642" sldId="264"/>
        </pc:sldMkLst>
        <pc:spChg chg="add mod">
          <ac:chgData name="Arukala Sai Ram" userId="ff0fbd1343f8396b" providerId="LiveId" clId="{69FC5472-81E3-4BFB-8473-FD1FA1B6DD54}" dt="2024-08-01T19:38:10.022" v="153" actId="207"/>
          <ac:spMkLst>
            <pc:docMk/>
            <pc:sldMk cId="3590618642" sldId="264"/>
            <ac:spMk id="2" creationId="{FD0A8D1E-F6D4-F259-36A0-3DC015E51CA3}"/>
          </ac:spMkLst>
        </pc:spChg>
        <pc:spChg chg="add del mod">
          <ac:chgData name="Arukala Sai Ram" userId="ff0fbd1343f8396b" providerId="LiveId" clId="{69FC5472-81E3-4BFB-8473-FD1FA1B6DD54}" dt="2024-08-01T19:38:19.331" v="154"/>
          <ac:spMkLst>
            <pc:docMk/>
            <pc:sldMk cId="3590618642" sldId="264"/>
            <ac:spMk id="3" creationId="{1FC08C6E-6197-601B-D24F-E582881A6DF2}"/>
          </ac:spMkLst>
        </pc:spChg>
        <pc:picChg chg="add mod">
          <ac:chgData name="Arukala Sai Ram" userId="ff0fbd1343f8396b" providerId="LiveId" clId="{69FC5472-81E3-4BFB-8473-FD1FA1B6DD54}" dt="2024-08-01T19:38:23.042" v="155" actId="14100"/>
          <ac:picMkLst>
            <pc:docMk/>
            <pc:sldMk cId="3590618642" sldId="264"/>
            <ac:picMk id="4" creationId="{EC74B7F7-DC07-AE64-9944-8A00339B0356}"/>
          </ac:picMkLst>
        </pc:picChg>
      </pc:sldChg>
      <pc:sldChg chg="addSp delSp modSp mod modClrScheme chgLayout">
        <pc:chgData name="Arukala Sai Ram" userId="ff0fbd1343f8396b" providerId="LiveId" clId="{69FC5472-81E3-4BFB-8473-FD1FA1B6DD54}" dt="2024-08-01T19:38:59.530" v="172" actId="14100"/>
        <pc:sldMkLst>
          <pc:docMk/>
          <pc:sldMk cId="1474763039" sldId="265"/>
        </pc:sldMkLst>
        <pc:spChg chg="add mod">
          <ac:chgData name="Arukala Sai Ram" userId="ff0fbd1343f8396b" providerId="LiveId" clId="{69FC5472-81E3-4BFB-8473-FD1FA1B6DD54}" dt="2024-08-01T19:38:53.285" v="170" actId="113"/>
          <ac:spMkLst>
            <pc:docMk/>
            <pc:sldMk cId="1474763039" sldId="265"/>
            <ac:spMk id="2" creationId="{AE569EEE-28B9-7571-70FE-448A9BB7EB72}"/>
          </ac:spMkLst>
        </pc:spChg>
        <pc:spChg chg="add del mod">
          <ac:chgData name="Arukala Sai Ram" userId="ff0fbd1343f8396b" providerId="LiveId" clId="{69FC5472-81E3-4BFB-8473-FD1FA1B6DD54}" dt="2024-08-01T19:38:55.824" v="171"/>
          <ac:spMkLst>
            <pc:docMk/>
            <pc:sldMk cId="1474763039" sldId="265"/>
            <ac:spMk id="3" creationId="{3B16594F-0353-A861-EF71-46E33EE315A1}"/>
          </ac:spMkLst>
        </pc:spChg>
        <pc:picChg chg="add mod">
          <ac:chgData name="Arukala Sai Ram" userId="ff0fbd1343f8396b" providerId="LiveId" clId="{69FC5472-81E3-4BFB-8473-FD1FA1B6DD54}" dt="2024-08-01T19:38:59.530" v="172" actId="14100"/>
          <ac:picMkLst>
            <pc:docMk/>
            <pc:sldMk cId="1474763039" sldId="265"/>
            <ac:picMk id="4" creationId="{7E8601F2-AB2D-A116-AFF5-27E992BCBAE6}"/>
          </ac:picMkLst>
        </pc:picChg>
      </pc:sldChg>
      <pc:sldChg chg="addSp delSp modSp mod modClrScheme chgLayout">
        <pc:chgData name="Arukala Sai Ram" userId="ff0fbd1343f8396b" providerId="LiveId" clId="{69FC5472-81E3-4BFB-8473-FD1FA1B6DD54}" dt="2024-08-01T19:39:43.368" v="190" actId="20577"/>
        <pc:sldMkLst>
          <pc:docMk/>
          <pc:sldMk cId="1752764961" sldId="266"/>
        </pc:sldMkLst>
        <pc:spChg chg="add mod">
          <ac:chgData name="Arukala Sai Ram" userId="ff0fbd1343f8396b" providerId="LiveId" clId="{69FC5472-81E3-4BFB-8473-FD1FA1B6DD54}" dt="2024-08-01T19:39:43.368" v="190" actId="20577"/>
          <ac:spMkLst>
            <pc:docMk/>
            <pc:sldMk cId="1752764961" sldId="266"/>
            <ac:spMk id="2" creationId="{BBA814CC-E67D-6E00-8315-56FCEDBB1B1B}"/>
          </ac:spMkLst>
        </pc:spChg>
        <pc:spChg chg="add del mod">
          <ac:chgData name="Arukala Sai Ram" userId="ff0fbd1343f8396b" providerId="LiveId" clId="{69FC5472-81E3-4BFB-8473-FD1FA1B6DD54}" dt="2024-08-01T19:39:34.943" v="188"/>
          <ac:spMkLst>
            <pc:docMk/>
            <pc:sldMk cId="1752764961" sldId="266"/>
            <ac:spMk id="3" creationId="{ABF34137-7904-F85A-577E-7B05B78DA10E}"/>
          </ac:spMkLst>
        </pc:spChg>
        <pc:picChg chg="add mod">
          <ac:chgData name="Arukala Sai Ram" userId="ff0fbd1343f8396b" providerId="LiveId" clId="{69FC5472-81E3-4BFB-8473-FD1FA1B6DD54}" dt="2024-08-01T19:39:37.642" v="189" actId="14100"/>
          <ac:picMkLst>
            <pc:docMk/>
            <pc:sldMk cId="1752764961" sldId="266"/>
            <ac:picMk id="4" creationId="{E6E8E763-941F-0462-8C43-BB06EDD6C292}"/>
          </ac:picMkLst>
        </pc:picChg>
      </pc:sldChg>
      <pc:sldChg chg="addSp delSp modSp mod ord modClrScheme chgLayout">
        <pc:chgData name="Arukala Sai Ram" userId="ff0fbd1343f8396b" providerId="LiveId" clId="{69FC5472-81E3-4BFB-8473-FD1FA1B6DD54}" dt="2024-08-01T19:51:01.734" v="296" actId="14100"/>
        <pc:sldMkLst>
          <pc:docMk/>
          <pc:sldMk cId="2067032800" sldId="267"/>
        </pc:sldMkLst>
        <pc:spChg chg="add mod">
          <ac:chgData name="Arukala Sai Ram" userId="ff0fbd1343f8396b" providerId="LiveId" clId="{69FC5472-81E3-4BFB-8473-FD1FA1B6DD54}" dt="2024-08-01T19:50:43.852" v="292" actId="113"/>
          <ac:spMkLst>
            <pc:docMk/>
            <pc:sldMk cId="2067032800" sldId="267"/>
            <ac:spMk id="2" creationId="{8275F451-685F-84E4-FBF9-17BC0900E866}"/>
          </ac:spMkLst>
        </pc:spChg>
        <pc:spChg chg="add del mod">
          <ac:chgData name="Arukala Sai Ram" userId="ff0fbd1343f8396b" providerId="LiveId" clId="{69FC5472-81E3-4BFB-8473-FD1FA1B6DD54}" dt="2024-08-01T19:50:51.635" v="293"/>
          <ac:spMkLst>
            <pc:docMk/>
            <pc:sldMk cId="2067032800" sldId="267"/>
            <ac:spMk id="3" creationId="{5D9FE951-9F5B-010B-9C27-E4B87C9C6428}"/>
          </ac:spMkLst>
        </pc:spChg>
        <pc:picChg chg="add mod">
          <ac:chgData name="Arukala Sai Ram" userId="ff0fbd1343f8396b" providerId="LiveId" clId="{69FC5472-81E3-4BFB-8473-FD1FA1B6DD54}" dt="2024-08-01T19:51:01.734" v="296" actId="14100"/>
          <ac:picMkLst>
            <pc:docMk/>
            <pc:sldMk cId="2067032800" sldId="267"/>
            <ac:picMk id="4" creationId="{A0B26CEF-0B5A-C82B-37A9-C1A86CA5EB76}"/>
          </ac:picMkLst>
        </pc:picChg>
      </pc:sldChg>
      <pc:sldChg chg="addSp modSp mod modClrScheme chgLayout">
        <pc:chgData name="Arukala Sai Ram" userId="ff0fbd1343f8396b" providerId="LiveId" clId="{69FC5472-81E3-4BFB-8473-FD1FA1B6DD54}" dt="2024-08-01T20:02:33.653" v="475" actId="20577"/>
        <pc:sldMkLst>
          <pc:docMk/>
          <pc:sldMk cId="4285338892" sldId="268"/>
        </pc:sldMkLst>
        <pc:spChg chg="add mod">
          <ac:chgData name="Arukala Sai Ram" userId="ff0fbd1343f8396b" providerId="LiveId" clId="{69FC5472-81E3-4BFB-8473-FD1FA1B6DD54}" dt="2024-08-01T20:02:09.160" v="471" actId="113"/>
          <ac:spMkLst>
            <pc:docMk/>
            <pc:sldMk cId="4285338892" sldId="268"/>
            <ac:spMk id="2" creationId="{E7A48188-80EB-4402-E36A-98AD1408DD60}"/>
          </ac:spMkLst>
        </pc:spChg>
        <pc:spChg chg="add mod">
          <ac:chgData name="Arukala Sai Ram" userId="ff0fbd1343f8396b" providerId="LiveId" clId="{69FC5472-81E3-4BFB-8473-FD1FA1B6DD54}" dt="2024-08-01T20:02:33.653" v="475" actId="20577"/>
          <ac:spMkLst>
            <pc:docMk/>
            <pc:sldMk cId="4285338892" sldId="268"/>
            <ac:spMk id="3" creationId="{08CE9D68-75B3-4D40-12A5-3DC6E3099305}"/>
          </ac:spMkLst>
        </pc:spChg>
      </pc:sldChg>
      <pc:sldChg chg="addSp delSp modSp mod ord modClrScheme chgLayout">
        <pc:chgData name="Arukala Sai Ram" userId="ff0fbd1343f8396b" providerId="LiveId" clId="{69FC5472-81E3-4BFB-8473-FD1FA1B6DD54}" dt="2024-08-01T20:10:52.821" v="691" actId="114"/>
        <pc:sldMkLst>
          <pc:docMk/>
          <pc:sldMk cId="1575303046" sldId="269"/>
        </pc:sldMkLst>
        <pc:spChg chg="add mod">
          <ac:chgData name="Arukala Sai Ram" userId="ff0fbd1343f8396b" providerId="LiveId" clId="{69FC5472-81E3-4BFB-8473-FD1FA1B6DD54}" dt="2024-08-01T20:10:52.821" v="691" actId="114"/>
          <ac:spMkLst>
            <pc:docMk/>
            <pc:sldMk cId="1575303046" sldId="269"/>
            <ac:spMk id="2" creationId="{BECD2F9C-4C77-5AA5-BE88-9FA0512C1A54}"/>
          </ac:spMkLst>
        </pc:spChg>
        <pc:spChg chg="add del mod">
          <ac:chgData name="Arukala Sai Ram" userId="ff0fbd1343f8396b" providerId="LiveId" clId="{69FC5472-81E3-4BFB-8473-FD1FA1B6DD54}" dt="2024-08-01T20:10:41.902" v="687"/>
          <ac:spMkLst>
            <pc:docMk/>
            <pc:sldMk cId="1575303046" sldId="269"/>
            <ac:spMk id="3" creationId="{CE38A439-F7EC-3877-9166-1BA437F87547}"/>
          </ac:spMkLst>
        </pc:spChg>
        <pc:picChg chg="add mod">
          <ac:chgData name="Arukala Sai Ram" userId="ff0fbd1343f8396b" providerId="LiveId" clId="{69FC5472-81E3-4BFB-8473-FD1FA1B6DD54}" dt="2024-08-01T20:10:44.765" v="688" actId="14100"/>
          <ac:picMkLst>
            <pc:docMk/>
            <pc:sldMk cId="1575303046" sldId="269"/>
            <ac:picMk id="4" creationId="{4DF14FE1-895A-F124-9880-077A72C5BB45}"/>
          </ac:picMkLst>
        </pc:picChg>
      </pc:sldChg>
      <pc:sldChg chg="addSp modSp mod ord modClrScheme chgLayout">
        <pc:chgData name="Arukala Sai Ram" userId="ff0fbd1343f8396b" providerId="LiveId" clId="{69FC5472-81E3-4BFB-8473-FD1FA1B6DD54}" dt="2024-08-01T20:05:08.376" v="514" actId="207"/>
        <pc:sldMkLst>
          <pc:docMk/>
          <pc:sldMk cId="3489043326" sldId="270"/>
        </pc:sldMkLst>
        <pc:spChg chg="add mod">
          <ac:chgData name="Arukala Sai Ram" userId="ff0fbd1343f8396b" providerId="LiveId" clId="{69FC5472-81E3-4BFB-8473-FD1FA1B6DD54}" dt="2024-08-01T20:04:11.639" v="498" actId="113"/>
          <ac:spMkLst>
            <pc:docMk/>
            <pc:sldMk cId="3489043326" sldId="270"/>
            <ac:spMk id="2" creationId="{AC315102-C8E7-669D-11F1-33EC2B28D403}"/>
          </ac:spMkLst>
        </pc:spChg>
        <pc:spChg chg="add mod">
          <ac:chgData name="Arukala Sai Ram" userId="ff0fbd1343f8396b" providerId="LiveId" clId="{69FC5472-81E3-4BFB-8473-FD1FA1B6DD54}" dt="2024-08-01T20:05:08.376" v="514" actId="207"/>
          <ac:spMkLst>
            <pc:docMk/>
            <pc:sldMk cId="3489043326" sldId="270"/>
            <ac:spMk id="3" creationId="{87459047-2E24-7709-815B-074CF7BC4DD3}"/>
          </ac:spMkLst>
        </pc:spChg>
      </pc:sldChg>
      <pc:sldChg chg="modSp mod">
        <pc:chgData name="Arukala Sai Ram" userId="ff0fbd1343f8396b" providerId="LiveId" clId="{69FC5472-81E3-4BFB-8473-FD1FA1B6DD54}" dt="2024-08-01T19:57:28.084" v="353" actId="20577"/>
        <pc:sldMkLst>
          <pc:docMk/>
          <pc:sldMk cId="52430685" sldId="272"/>
        </pc:sldMkLst>
        <pc:spChg chg="mod">
          <ac:chgData name="Arukala Sai Ram" userId="ff0fbd1343f8396b" providerId="LiveId" clId="{69FC5472-81E3-4BFB-8473-FD1FA1B6DD54}" dt="2024-08-01T19:57:16.595" v="351" actId="113"/>
          <ac:spMkLst>
            <pc:docMk/>
            <pc:sldMk cId="52430685" sldId="272"/>
            <ac:spMk id="2" creationId="{8481D590-24D0-BCE5-D46E-C719182B4724}"/>
          </ac:spMkLst>
        </pc:spChg>
        <pc:spChg chg="mod">
          <ac:chgData name="Arukala Sai Ram" userId="ff0fbd1343f8396b" providerId="LiveId" clId="{69FC5472-81E3-4BFB-8473-FD1FA1B6DD54}" dt="2024-08-01T19:57:28.084" v="353" actId="20577"/>
          <ac:spMkLst>
            <pc:docMk/>
            <pc:sldMk cId="52430685" sldId="272"/>
            <ac:spMk id="3" creationId="{BAC87263-53C2-C891-DF0E-2D5A22183D91}"/>
          </ac:spMkLst>
        </pc:spChg>
      </pc:sldChg>
      <pc:sldChg chg="addSp delSp modSp new mod modClrScheme chgLayout">
        <pc:chgData name="Arukala Sai Ram" userId="ff0fbd1343f8396b" providerId="LiveId" clId="{69FC5472-81E3-4BFB-8473-FD1FA1B6DD54}" dt="2024-08-01T19:36:46.792" v="118" actId="114"/>
        <pc:sldMkLst>
          <pc:docMk/>
          <pc:sldMk cId="14053611" sldId="274"/>
        </pc:sldMkLst>
        <pc:spChg chg="add mod">
          <ac:chgData name="Arukala Sai Ram" userId="ff0fbd1343f8396b" providerId="LiveId" clId="{69FC5472-81E3-4BFB-8473-FD1FA1B6DD54}" dt="2024-08-01T19:36:46.792" v="118" actId="114"/>
          <ac:spMkLst>
            <pc:docMk/>
            <pc:sldMk cId="14053611" sldId="274"/>
            <ac:spMk id="2" creationId="{54997604-B5DB-DDED-649C-91D5BE3D7B30}"/>
          </ac:spMkLst>
        </pc:spChg>
        <pc:spChg chg="add del mod">
          <ac:chgData name="Arukala Sai Ram" userId="ff0fbd1343f8396b" providerId="LiveId" clId="{69FC5472-81E3-4BFB-8473-FD1FA1B6DD54}" dt="2024-08-01T19:36:28.674" v="95"/>
          <ac:spMkLst>
            <pc:docMk/>
            <pc:sldMk cId="14053611" sldId="274"/>
            <ac:spMk id="3" creationId="{AEE6E129-BE5B-FD2A-B39A-2923EBE64992}"/>
          </ac:spMkLst>
        </pc:spChg>
        <pc:picChg chg="add mod">
          <ac:chgData name="Arukala Sai Ram" userId="ff0fbd1343f8396b" providerId="LiveId" clId="{69FC5472-81E3-4BFB-8473-FD1FA1B6DD54}" dt="2024-08-01T19:36:32.609" v="96" actId="14100"/>
          <ac:picMkLst>
            <pc:docMk/>
            <pc:sldMk cId="14053611" sldId="274"/>
            <ac:picMk id="4" creationId="{6034382F-6D0F-8A2D-E57E-D421B0692CD0}"/>
          </ac:picMkLst>
        </pc:picChg>
      </pc:sldChg>
      <pc:sldChg chg="addSp delSp modSp new mod ord modClrScheme chgLayout">
        <pc:chgData name="Arukala Sai Ram" userId="ff0fbd1343f8396b" providerId="LiveId" clId="{69FC5472-81E3-4BFB-8473-FD1FA1B6DD54}" dt="2024-08-01T20:08:38.956" v="603"/>
        <pc:sldMkLst>
          <pc:docMk/>
          <pc:sldMk cId="57379100" sldId="275"/>
        </pc:sldMkLst>
        <pc:spChg chg="add del mod">
          <ac:chgData name="Arukala Sai Ram" userId="ff0fbd1343f8396b" providerId="LiveId" clId="{69FC5472-81E3-4BFB-8473-FD1FA1B6DD54}" dt="2024-08-01T19:57:47.933" v="355" actId="478"/>
          <ac:spMkLst>
            <pc:docMk/>
            <pc:sldMk cId="57379100" sldId="275"/>
            <ac:spMk id="2" creationId="{3A8B6BA7-91B9-7931-1FE0-93005EA910F7}"/>
          </ac:spMkLst>
        </pc:spChg>
        <pc:spChg chg="add mod">
          <ac:chgData name="Arukala Sai Ram" userId="ff0fbd1343f8396b" providerId="LiveId" clId="{69FC5472-81E3-4BFB-8473-FD1FA1B6DD54}" dt="2024-08-01T20:01:32.267" v="454" actId="20577"/>
          <ac:spMkLst>
            <pc:docMk/>
            <pc:sldMk cId="57379100" sldId="275"/>
            <ac:spMk id="3" creationId="{4C0B3617-50B0-7C00-CCCF-903731B68020}"/>
          </ac:spMkLst>
        </pc:spChg>
      </pc:sldChg>
      <pc:sldChg chg="delSp modSp new mod ord">
        <pc:chgData name="Arukala Sai Ram" userId="ff0fbd1343f8396b" providerId="LiveId" clId="{69FC5472-81E3-4BFB-8473-FD1FA1B6DD54}" dt="2024-08-01T20:06:04.640" v="523" actId="115"/>
        <pc:sldMkLst>
          <pc:docMk/>
          <pc:sldMk cId="3519136424" sldId="276"/>
        </pc:sldMkLst>
        <pc:spChg chg="del">
          <ac:chgData name="Arukala Sai Ram" userId="ff0fbd1343f8396b" providerId="LiveId" clId="{69FC5472-81E3-4BFB-8473-FD1FA1B6DD54}" dt="2024-08-01T20:05:35.703" v="515" actId="478"/>
          <ac:spMkLst>
            <pc:docMk/>
            <pc:sldMk cId="3519136424" sldId="276"/>
            <ac:spMk id="2" creationId="{193521C3-5E7E-DCD9-042B-0D92D130A9ED}"/>
          </ac:spMkLst>
        </pc:spChg>
        <pc:spChg chg="mod">
          <ac:chgData name="Arukala Sai Ram" userId="ff0fbd1343f8396b" providerId="LiveId" clId="{69FC5472-81E3-4BFB-8473-FD1FA1B6DD54}" dt="2024-08-01T20:06:04.640" v="523" actId="115"/>
          <ac:spMkLst>
            <pc:docMk/>
            <pc:sldMk cId="3519136424" sldId="276"/>
            <ac:spMk id="3" creationId="{5CA9BEE3-0296-1753-EFEA-E154FFA3BA86}"/>
          </ac:spMkLst>
        </pc:spChg>
      </pc:sldChg>
      <pc:sldChg chg="delSp modSp new mod ord">
        <pc:chgData name="Arukala Sai Ram" userId="ff0fbd1343f8396b" providerId="LiveId" clId="{69FC5472-81E3-4BFB-8473-FD1FA1B6DD54}" dt="2024-08-01T20:06:55.897" v="541" actId="20577"/>
        <pc:sldMkLst>
          <pc:docMk/>
          <pc:sldMk cId="4072605456" sldId="277"/>
        </pc:sldMkLst>
        <pc:spChg chg="del">
          <ac:chgData name="Arukala Sai Ram" userId="ff0fbd1343f8396b" providerId="LiveId" clId="{69FC5472-81E3-4BFB-8473-FD1FA1B6DD54}" dt="2024-08-01T20:06:17.819" v="526" actId="478"/>
          <ac:spMkLst>
            <pc:docMk/>
            <pc:sldMk cId="4072605456" sldId="277"/>
            <ac:spMk id="2" creationId="{08707BB5-6606-4C7E-A720-64BD9E776451}"/>
          </ac:spMkLst>
        </pc:spChg>
        <pc:spChg chg="mod">
          <ac:chgData name="Arukala Sai Ram" userId="ff0fbd1343f8396b" providerId="LiveId" clId="{69FC5472-81E3-4BFB-8473-FD1FA1B6DD54}" dt="2024-08-01T20:06:55.897" v="541" actId="20577"/>
          <ac:spMkLst>
            <pc:docMk/>
            <pc:sldMk cId="4072605456" sldId="277"/>
            <ac:spMk id="3" creationId="{C0D5C887-DA30-AA55-3E71-647F75898F38}"/>
          </ac:spMkLst>
        </pc:spChg>
      </pc:sldChg>
      <pc:sldChg chg="addSp delSp modSp new mod">
        <pc:chgData name="Arukala Sai Ram" userId="ff0fbd1343f8396b" providerId="LiveId" clId="{69FC5472-81E3-4BFB-8473-FD1FA1B6DD54}" dt="2024-08-01T20:10:17.128" v="668" actId="14100"/>
        <pc:sldMkLst>
          <pc:docMk/>
          <pc:sldMk cId="973147929" sldId="278"/>
        </pc:sldMkLst>
        <pc:spChg chg="mod">
          <ac:chgData name="Arukala Sai Ram" userId="ff0fbd1343f8396b" providerId="LiveId" clId="{69FC5472-81E3-4BFB-8473-FD1FA1B6DD54}" dt="2024-08-01T20:10:10.783" v="666" actId="113"/>
          <ac:spMkLst>
            <pc:docMk/>
            <pc:sldMk cId="973147929" sldId="278"/>
            <ac:spMk id="2" creationId="{73807718-63B1-B8AD-BB1F-0A91093AFD63}"/>
          </ac:spMkLst>
        </pc:spChg>
        <pc:spChg chg="del">
          <ac:chgData name="Arukala Sai Ram" userId="ff0fbd1343f8396b" providerId="LiveId" clId="{69FC5472-81E3-4BFB-8473-FD1FA1B6DD54}" dt="2024-08-01T20:10:12.641" v="667"/>
          <ac:spMkLst>
            <pc:docMk/>
            <pc:sldMk cId="973147929" sldId="278"/>
            <ac:spMk id="3" creationId="{D1501AAE-E49A-281E-BA85-AEEB8AB45E09}"/>
          </ac:spMkLst>
        </pc:spChg>
        <pc:picChg chg="add mod">
          <ac:chgData name="Arukala Sai Ram" userId="ff0fbd1343f8396b" providerId="LiveId" clId="{69FC5472-81E3-4BFB-8473-FD1FA1B6DD54}" dt="2024-08-01T20:10:17.128" v="668" actId="14100"/>
          <ac:picMkLst>
            <pc:docMk/>
            <pc:sldMk cId="973147929" sldId="278"/>
            <ac:picMk id="4" creationId="{D9227009-E6E7-2AE8-163D-1B0DB4A1804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8/2/2024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8/2/2024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8/2/2024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8/2/2024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8/2/2024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8/2/2024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8/2/2024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8/2/2024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8/2/2024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8/2/2024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8/2/2024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8/2/2024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A11C-7E4A-EF1E-5874-7E7667D39E60}"/>
              </a:ext>
            </a:extLst>
          </p:cNvPr>
          <p:cNvSpPr>
            <a:spLocks noGrp="1"/>
          </p:cNvSpPr>
          <p:nvPr>
            <p:ph type="ctrTitle"/>
          </p:nvPr>
        </p:nvSpPr>
        <p:spPr/>
        <p:txBody>
          <a:bodyPr>
            <a:normAutofit/>
          </a:bodyPr>
          <a:lstStyle/>
          <a:p>
            <a:pPr algn="ctr"/>
            <a:r>
              <a:rPr lang="en-US" sz="6000" b="1" i="1" dirty="0">
                <a:solidFill>
                  <a:schemeClr val="accent2"/>
                </a:solidFill>
              </a:rPr>
              <a:t>Research on the application of artificial intelligence in medical imaging diagnosis</a:t>
            </a:r>
            <a:endParaRPr lang="en-IN" sz="6000" b="1" i="1" dirty="0">
              <a:solidFill>
                <a:schemeClr val="accent2"/>
              </a:solidFill>
            </a:endParaRPr>
          </a:p>
        </p:txBody>
      </p:sp>
    </p:spTree>
    <p:extLst>
      <p:ext uri="{BB962C8B-B14F-4D97-AF65-F5344CB8AC3E}">
        <p14:creationId xmlns:p14="http://schemas.microsoft.com/office/powerpoint/2010/main" val="1249225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55004E-2ED3-650E-C4C1-C68FF17BE25C}"/>
              </a:ext>
            </a:extLst>
          </p:cNvPr>
          <p:cNvSpPr>
            <a:spLocks noGrp="1"/>
          </p:cNvSpPr>
          <p:nvPr>
            <p:ph type="title"/>
          </p:nvPr>
        </p:nvSpPr>
        <p:spPr/>
        <p:txBody>
          <a:bodyPr/>
          <a:lstStyle/>
          <a:p>
            <a:pPr algn="ctr"/>
            <a:r>
              <a:rPr lang="en-US" sz="4000" b="1" i="1" dirty="0"/>
              <a:t>Contents</a:t>
            </a:r>
            <a:r>
              <a:rPr lang="en-US" b="1" i="1" dirty="0"/>
              <a:t>:</a:t>
            </a:r>
            <a:endParaRPr lang="en-IN" b="1" i="1" dirty="0"/>
          </a:p>
        </p:txBody>
      </p:sp>
      <p:sp>
        <p:nvSpPr>
          <p:cNvPr id="5" name="Content Placeholder 4">
            <a:extLst>
              <a:ext uri="{FF2B5EF4-FFF2-40B4-BE49-F238E27FC236}">
                <a16:creationId xmlns:a16="http://schemas.microsoft.com/office/drawing/2014/main" id="{E6B68DB2-A446-A0B0-3488-72BFC61E6754}"/>
              </a:ext>
            </a:extLst>
          </p:cNvPr>
          <p:cNvSpPr>
            <a:spLocks noGrp="1"/>
          </p:cNvSpPr>
          <p:nvPr>
            <p:ph idx="1"/>
          </p:nvPr>
        </p:nvSpPr>
        <p:spPr/>
        <p:txBody>
          <a:bodyPr/>
          <a:lstStyle/>
          <a:p>
            <a:pPr algn="ctr">
              <a:buFont typeface="Arial" panose="020B0604020202020204" pitchFamily="34" charset="0"/>
              <a:buChar char="•"/>
            </a:pPr>
            <a:endParaRPr lang="en-US" b="1" i="1" dirty="0">
              <a:solidFill>
                <a:schemeClr val="accent2"/>
              </a:solidFill>
              <a:latin typeface="+mj-lt"/>
            </a:endParaRPr>
          </a:p>
          <a:p>
            <a:pPr algn="ctr">
              <a:buFont typeface="Arial" panose="020B0604020202020204" pitchFamily="34" charset="0"/>
              <a:buChar char="•"/>
            </a:pPr>
            <a:r>
              <a:rPr lang="en-US" b="1" i="1" dirty="0">
                <a:solidFill>
                  <a:schemeClr val="accent2"/>
                </a:solidFill>
                <a:latin typeface="+mj-lt"/>
              </a:rPr>
              <a:t>Introduction</a:t>
            </a:r>
          </a:p>
          <a:p>
            <a:pPr algn="ctr">
              <a:buFont typeface="Arial" panose="020B0604020202020204" pitchFamily="34" charset="0"/>
              <a:buChar char="•"/>
            </a:pPr>
            <a:r>
              <a:rPr lang="en-US" b="1" i="1" dirty="0">
                <a:solidFill>
                  <a:schemeClr val="accent2"/>
                </a:solidFill>
                <a:latin typeface="+mj-lt"/>
              </a:rPr>
              <a:t>Abstract</a:t>
            </a:r>
          </a:p>
          <a:p>
            <a:pPr algn="ctr">
              <a:buFont typeface="Arial" panose="020B0604020202020204" pitchFamily="34" charset="0"/>
              <a:buChar char="•"/>
            </a:pPr>
            <a:r>
              <a:rPr lang="en-US" b="1" i="1" dirty="0">
                <a:solidFill>
                  <a:schemeClr val="accent2"/>
                </a:solidFill>
                <a:latin typeface="+mj-lt"/>
              </a:rPr>
              <a:t>Existing System</a:t>
            </a:r>
          </a:p>
          <a:p>
            <a:pPr algn="ctr">
              <a:buFont typeface="Arial" panose="020B0604020202020204" pitchFamily="34" charset="0"/>
              <a:buChar char="•"/>
            </a:pPr>
            <a:r>
              <a:rPr lang="en-US" b="1" i="1" dirty="0">
                <a:solidFill>
                  <a:schemeClr val="accent2"/>
                </a:solidFill>
                <a:latin typeface="+mj-lt"/>
              </a:rPr>
              <a:t>Proposed System </a:t>
            </a:r>
          </a:p>
          <a:p>
            <a:pPr algn="ctr">
              <a:buFont typeface="Arial" panose="020B0604020202020204" pitchFamily="34" charset="0"/>
              <a:buChar char="•"/>
            </a:pPr>
            <a:r>
              <a:rPr lang="en-US" b="1" i="1" dirty="0">
                <a:solidFill>
                  <a:schemeClr val="accent2"/>
                </a:solidFill>
                <a:latin typeface="+mj-lt"/>
              </a:rPr>
              <a:t>Hardware and software specifications</a:t>
            </a:r>
          </a:p>
          <a:p>
            <a:pPr algn="ctr">
              <a:buFont typeface="Arial" panose="020B0604020202020204" pitchFamily="34" charset="0"/>
              <a:buChar char="•"/>
            </a:pPr>
            <a:r>
              <a:rPr lang="en-US" b="1" i="1" dirty="0">
                <a:solidFill>
                  <a:schemeClr val="accent2"/>
                </a:solidFill>
                <a:latin typeface="+mj-lt"/>
              </a:rPr>
              <a:t>Modules</a:t>
            </a:r>
          </a:p>
          <a:p>
            <a:pPr algn="ctr">
              <a:buFont typeface="Arial" panose="020B0604020202020204" pitchFamily="34" charset="0"/>
              <a:buChar char="•"/>
            </a:pPr>
            <a:r>
              <a:rPr lang="en-US" b="1" i="1" dirty="0">
                <a:solidFill>
                  <a:schemeClr val="accent2"/>
                </a:solidFill>
                <a:latin typeface="+mj-lt"/>
              </a:rPr>
              <a:t>System architecture</a:t>
            </a:r>
          </a:p>
          <a:p>
            <a:pPr algn="ctr">
              <a:buFont typeface="Arial" panose="020B0604020202020204" pitchFamily="34" charset="0"/>
              <a:buChar char="•"/>
            </a:pPr>
            <a:r>
              <a:rPr lang="en-US" b="1" i="1" dirty="0">
                <a:solidFill>
                  <a:schemeClr val="accent2"/>
                </a:solidFill>
                <a:latin typeface="+mj-lt"/>
              </a:rPr>
              <a:t>Use-case diagram </a:t>
            </a:r>
          </a:p>
          <a:p>
            <a:pPr algn="ctr">
              <a:buFont typeface="Arial" panose="020B0604020202020204" pitchFamily="34" charset="0"/>
              <a:buChar char="•"/>
            </a:pPr>
            <a:r>
              <a:rPr lang="en-US" b="1" i="1" dirty="0">
                <a:solidFill>
                  <a:schemeClr val="accent2"/>
                </a:solidFill>
                <a:latin typeface="+mj-lt"/>
              </a:rPr>
              <a:t>Screens</a:t>
            </a:r>
          </a:p>
          <a:p>
            <a:pPr algn="ctr">
              <a:buFont typeface="Arial" panose="020B0604020202020204" pitchFamily="34" charset="0"/>
              <a:buChar char="•"/>
            </a:pPr>
            <a:r>
              <a:rPr lang="en-US" b="1" i="1" dirty="0">
                <a:solidFill>
                  <a:schemeClr val="accent2"/>
                </a:solidFill>
                <a:latin typeface="+mj-lt"/>
              </a:rPr>
              <a:t>Conclusion </a:t>
            </a:r>
            <a:endParaRPr lang="en-IN" b="1" i="1" dirty="0">
              <a:solidFill>
                <a:schemeClr val="accent2"/>
              </a:solidFill>
              <a:latin typeface="+mj-lt"/>
            </a:endParaRPr>
          </a:p>
        </p:txBody>
      </p:sp>
    </p:spTree>
    <p:extLst>
      <p:ext uri="{BB962C8B-B14F-4D97-AF65-F5344CB8AC3E}">
        <p14:creationId xmlns:p14="http://schemas.microsoft.com/office/powerpoint/2010/main" val="242435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49D6D3D8-E7F7-6F40-722E-A4832676C36E}"/>
              </a:ext>
            </a:extLst>
          </p:cNvPr>
          <p:cNvSpPr>
            <a:spLocks noGrp="1"/>
          </p:cNvSpPr>
          <p:nvPr>
            <p:ph type="title"/>
          </p:nvPr>
        </p:nvSpPr>
        <p:spPr/>
        <p:txBody>
          <a:bodyPr/>
          <a:lstStyle/>
          <a:p>
            <a:r>
              <a:rPr lang="en-IN" b="1" i="1" dirty="0">
                <a:solidFill>
                  <a:schemeClr val="accent2"/>
                </a:solidFill>
              </a:rPr>
              <a:t>Introduction:</a:t>
            </a:r>
          </a:p>
        </p:txBody>
      </p:sp>
      <p:sp>
        <p:nvSpPr>
          <p:cNvPr id="27" name="Content Placeholder 26">
            <a:extLst>
              <a:ext uri="{FF2B5EF4-FFF2-40B4-BE49-F238E27FC236}">
                <a16:creationId xmlns:a16="http://schemas.microsoft.com/office/drawing/2014/main" id="{A4FC11EF-1AC5-F498-F182-88B05CFB78A0}"/>
              </a:ext>
            </a:extLst>
          </p:cNvPr>
          <p:cNvSpPr>
            <a:spLocks noGrp="1"/>
          </p:cNvSpPr>
          <p:nvPr>
            <p:ph idx="1"/>
          </p:nvPr>
        </p:nvSpPr>
        <p:spPr/>
        <p:txBody>
          <a:bodyPr/>
          <a:lstStyle/>
          <a:p>
            <a:pPr>
              <a:buFont typeface="Arial" panose="020B0604020202020204" pitchFamily="34" charset="0"/>
              <a:buChar char="•"/>
            </a:pPr>
            <a:endParaRPr lang="en-IN" sz="1800" i="1" dirty="0">
              <a:solidFill>
                <a:schemeClr val="accent2"/>
              </a:solidFill>
              <a:effectLst/>
              <a:latin typeface="Arial" panose="020B0604020202020204" pitchFamily="34" charset="0"/>
              <a:ea typeface="Arial" panose="020B0604020202020204" pitchFamily="34" charset="0"/>
            </a:endParaRPr>
          </a:p>
          <a:p>
            <a:pPr>
              <a:buFont typeface="Arial" panose="020B0604020202020204" pitchFamily="34" charset="0"/>
              <a:buChar char="•"/>
            </a:pPr>
            <a:r>
              <a:rPr lang="en-IN" sz="1800" i="1" dirty="0">
                <a:solidFill>
                  <a:schemeClr val="accent2"/>
                </a:solidFill>
                <a:effectLst/>
                <a:latin typeface="Arial" panose="020B0604020202020204" pitchFamily="34" charset="0"/>
                <a:ea typeface="Arial" panose="020B0604020202020204" pitchFamily="34" charset="0"/>
              </a:rPr>
              <a:t>AI technology can complete tasks such as automatic identification and labelling of lesions, automatic delineation of target areas and 3D reconstruction of medical images through image classification, image segmentation, target detection and image retrieval. It is mainly applied in the stages of screening, diagnosis and treatment of diseases.</a:t>
            </a:r>
          </a:p>
          <a:p>
            <a:pPr>
              <a:buFont typeface="Arial" panose="020B0604020202020204" pitchFamily="34" charset="0"/>
              <a:buChar char="•"/>
            </a:pPr>
            <a:r>
              <a:rPr lang="en-IN" sz="1800" i="1" dirty="0">
                <a:solidFill>
                  <a:schemeClr val="accent2"/>
                </a:solidFill>
                <a:effectLst/>
                <a:latin typeface="Arial" panose="020B0604020202020204" pitchFamily="34" charset="0"/>
                <a:ea typeface="Arial" panose="020B0604020202020204" pitchFamily="34" charset="0"/>
              </a:rPr>
              <a:t>According to statistics, medical imaging technology has been widely used in more than 70% of clinical diagnosis. It mainly has the following three functions in clinical practice: auxiliary medical clinical examination (such as identification, marking, determination and classification), injection processing method determination (such as cutting, stroking, sizing and evaluation) and interventional therapy guidance (e.g., 3D visualization).</a:t>
            </a:r>
          </a:p>
          <a:p>
            <a:pPr>
              <a:buFont typeface="Arial" panose="020B0604020202020204" pitchFamily="34" charset="0"/>
              <a:buChar char="•"/>
            </a:pPr>
            <a:r>
              <a:rPr lang="en-IN" sz="1800" i="1" dirty="0">
                <a:solidFill>
                  <a:schemeClr val="accent2"/>
                </a:solidFill>
                <a:latin typeface="Arial" panose="020B0604020202020204" pitchFamily="34" charset="0"/>
                <a:ea typeface="Arial" panose="020B0604020202020204" pitchFamily="34" charset="0"/>
              </a:rPr>
              <a:t>T</a:t>
            </a:r>
            <a:r>
              <a:rPr lang="en-IN" sz="1800" i="1" dirty="0">
                <a:solidFill>
                  <a:schemeClr val="accent2"/>
                </a:solidFill>
                <a:effectLst/>
                <a:latin typeface="Arial" panose="020B0604020202020204" pitchFamily="34" charset="0"/>
                <a:ea typeface="Arial" panose="020B0604020202020204" pitchFamily="34" charset="0"/>
              </a:rPr>
              <a:t>he combination of computer technology and diagnostic analysis of medical images has an important role in improving the efficiency and accuracy of lesion detection</a:t>
            </a:r>
            <a:r>
              <a:rPr lang="en-IN" sz="1800" dirty="0">
                <a:effectLst/>
                <a:latin typeface="Arial" panose="020B0604020202020204" pitchFamily="34" charset="0"/>
                <a:ea typeface="Arial" panose="020B0604020202020204" pitchFamily="34" charset="0"/>
              </a:rPr>
              <a:t>.</a:t>
            </a:r>
            <a:endParaRPr lang="en-IN" i="1" dirty="0">
              <a:solidFill>
                <a:schemeClr val="accent2"/>
              </a:solidFill>
            </a:endParaRPr>
          </a:p>
        </p:txBody>
      </p:sp>
    </p:spTree>
    <p:extLst>
      <p:ext uri="{BB962C8B-B14F-4D97-AF65-F5344CB8AC3E}">
        <p14:creationId xmlns:p14="http://schemas.microsoft.com/office/powerpoint/2010/main" val="2139049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BFF6-B1B9-8119-93B5-0C8E2AB637E1}"/>
              </a:ext>
            </a:extLst>
          </p:cNvPr>
          <p:cNvSpPr>
            <a:spLocks noGrp="1"/>
          </p:cNvSpPr>
          <p:nvPr>
            <p:ph type="title"/>
          </p:nvPr>
        </p:nvSpPr>
        <p:spPr/>
        <p:txBody>
          <a:bodyPr/>
          <a:lstStyle/>
          <a:p>
            <a:r>
              <a:rPr lang="en-US" b="1" i="1" dirty="0">
                <a:solidFill>
                  <a:schemeClr val="accent2"/>
                </a:solidFill>
              </a:rPr>
              <a:t>Abstract:</a:t>
            </a:r>
            <a:endParaRPr lang="en-IN" b="1" i="1" dirty="0">
              <a:solidFill>
                <a:schemeClr val="accent2"/>
              </a:solidFill>
            </a:endParaRPr>
          </a:p>
        </p:txBody>
      </p:sp>
      <p:sp>
        <p:nvSpPr>
          <p:cNvPr id="3" name="Content Placeholder 2">
            <a:extLst>
              <a:ext uri="{FF2B5EF4-FFF2-40B4-BE49-F238E27FC236}">
                <a16:creationId xmlns:a16="http://schemas.microsoft.com/office/drawing/2014/main" id="{C6432DE8-4027-78A9-7DFC-F2CBDDB53D6C}"/>
              </a:ext>
            </a:extLst>
          </p:cNvPr>
          <p:cNvSpPr>
            <a:spLocks noGrp="1"/>
          </p:cNvSpPr>
          <p:nvPr>
            <p:ph idx="1"/>
          </p:nvPr>
        </p:nvSpPr>
        <p:spPr/>
        <p:txBody>
          <a:bodyPr/>
          <a:lstStyle/>
          <a:p>
            <a:pPr marL="215900" algn="just">
              <a:lnSpc>
                <a:spcPct val="102000"/>
              </a:lnSpc>
              <a:spcBef>
                <a:spcPts val="500"/>
              </a:spcBef>
              <a:spcAft>
                <a:spcPts val="0"/>
              </a:spcAft>
            </a:pPr>
            <a:endParaRPr lang="en-IN" sz="1800" dirty="0">
              <a:solidFill>
                <a:schemeClr val="accent2"/>
              </a:solidFill>
              <a:effectLst/>
              <a:latin typeface="Arial" panose="020B0604020202020204" pitchFamily="34" charset="0"/>
              <a:ea typeface="Arial" panose="020B0604020202020204" pitchFamily="34" charset="0"/>
              <a:cs typeface="Arial" panose="020B0604020202020204" pitchFamily="34" charset="0"/>
            </a:endParaRPr>
          </a:p>
          <a:p>
            <a:pPr marL="215900" algn="just">
              <a:lnSpc>
                <a:spcPct val="102000"/>
              </a:lnSpc>
              <a:spcBef>
                <a:spcPts val="500"/>
              </a:spcBef>
              <a:spcAft>
                <a:spcPts val="0"/>
              </a:spcAft>
            </a:pPr>
            <a:endParaRPr lang="en-IN" sz="1800" dirty="0">
              <a:solidFill>
                <a:schemeClr val="accent2"/>
              </a:solidFill>
              <a:effectLst/>
              <a:latin typeface="Arial" panose="020B0604020202020204" pitchFamily="34" charset="0"/>
              <a:ea typeface="Arial" panose="020B0604020202020204" pitchFamily="34" charset="0"/>
              <a:cs typeface="Arial" panose="020B0604020202020204" pitchFamily="34" charset="0"/>
            </a:endParaRPr>
          </a:p>
          <a:p>
            <a:pPr marL="215900" algn="just">
              <a:lnSpc>
                <a:spcPct val="102000"/>
              </a:lnSpc>
              <a:spcBef>
                <a:spcPts val="500"/>
              </a:spcBef>
              <a:spcAft>
                <a:spcPts val="0"/>
              </a:spcAft>
            </a:pPr>
            <a:r>
              <a:rPr lang="en-IN" sz="1800" i="1" dirty="0">
                <a:solidFill>
                  <a:schemeClr val="accent2"/>
                </a:solidFill>
                <a:effectLst/>
                <a:latin typeface="Arial" panose="020B0604020202020204" pitchFamily="34" charset="0"/>
                <a:ea typeface="Arial" panose="020B0604020202020204" pitchFamily="34" charset="0"/>
                <a:cs typeface="Arial" panose="020B0604020202020204" pitchFamily="34" charset="0"/>
              </a:rPr>
              <a:t>This paper first expounds the research status for artificial intelligence technology in medical imaging diagnosis, and illustrates the importance of computer-aided diagnosis with examples; Secondly, the current bottlenecks in the development of computer-aided diagnosis technology are analysed in detail from the aspects of technology, industry and application; Finally, based on the previous analysis, the paper puts forward some suggestions on how to better use artificial intelligence technology in medical imaging diagnosis with reference to the current actual situations.</a:t>
            </a:r>
          </a:p>
          <a:p>
            <a:pPr algn="just">
              <a:lnSpc>
                <a:spcPct val="115000"/>
              </a:lnSpc>
            </a:pPr>
            <a:r>
              <a:rPr lang="en-IN" sz="1800" i="1" dirty="0">
                <a:solidFill>
                  <a:schemeClr val="accent2"/>
                </a:solidFill>
                <a:effectLst/>
                <a:latin typeface="Arial" panose="020B0604020202020204" pitchFamily="34" charset="0"/>
                <a:ea typeface="Arial" panose="020B0604020202020204" pitchFamily="34" charset="0"/>
                <a:cs typeface="Arial" panose="020B0604020202020204" pitchFamily="34" charset="0"/>
              </a:rPr>
              <a:t> </a:t>
            </a:r>
          </a:p>
          <a:p>
            <a:pPr marL="0" indent="0" algn="just">
              <a:buNone/>
            </a:pPr>
            <a:endParaRPr lang="en-IN"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1270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3404C-5FF7-3AF3-8AC2-92D419EDAA05}"/>
              </a:ext>
            </a:extLst>
          </p:cNvPr>
          <p:cNvSpPr>
            <a:spLocks noGrp="1"/>
          </p:cNvSpPr>
          <p:nvPr>
            <p:ph type="title"/>
          </p:nvPr>
        </p:nvSpPr>
        <p:spPr/>
        <p:txBody>
          <a:bodyPr/>
          <a:lstStyle/>
          <a:p>
            <a:r>
              <a:rPr lang="en-US" b="1" i="1" dirty="0">
                <a:solidFill>
                  <a:schemeClr val="accent2"/>
                </a:solidFill>
              </a:rPr>
              <a:t>Existing</a:t>
            </a:r>
            <a:r>
              <a:rPr lang="en-US" dirty="0"/>
              <a:t> </a:t>
            </a:r>
            <a:r>
              <a:rPr lang="en-US" b="1" i="1" dirty="0">
                <a:solidFill>
                  <a:schemeClr val="accent2"/>
                </a:solidFill>
              </a:rPr>
              <a:t>system:</a:t>
            </a:r>
            <a:endParaRPr lang="en-IN" dirty="0"/>
          </a:p>
        </p:txBody>
      </p:sp>
      <p:sp>
        <p:nvSpPr>
          <p:cNvPr id="5" name="Content Placeholder 4">
            <a:extLst>
              <a:ext uri="{FF2B5EF4-FFF2-40B4-BE49-F238E27FC236}">
                <a16:creationId xmlns:a16="http://schemas.microsoft.com/office/drawing/2014/main" id="{1BC0EB23-A963-E014-D6A3-02A769B68B68}"/>
              </a:ext>
            </a:extLst>
          </p:cNvPr>
          <p:cNvSpPr>
            <a:spLocks noGrp="1"/>
          </p:cNvSpPr>
          <p:nvPr>
            <p:ph idx="1"/>
          </p:nvPr>
        </p:nvSpPr>
        <p:spPr/>
        <p:txBody>
          <a:bodyPr/>
          <a:lstStyle/>
          <a:p>
            <a:endParaRPr lang="en-IN" sz="1800" i="1" dirty="0">
              <a:solidFill>
                <a:schemeClr val="accent2"/>
              </a:solidFill>
              <a:effectLst/>
              <a:latin typeface="Arial" panose="020B0604020202020204" pitchFamily="34" charset="0"/>
              <a:ea typeface="Arial" panose="020B0604020202020204" pitchFamily="34" charset="0"/>
            </a:endParaRPr>
          </a:p>
          <a:p>
            <a:r>
              <a:rPr lang="en-IN" sz="1800" i="1" dirty="0">
                <a:solidFill>
                  <a:schemeClr val="accent2"/>
                </a:solidFill>
                <a:effectLst/>
                <a:latin typeface="Arial" panose="020B0604020202020204" pitchFamily="34" charset="0"/>
                <a:ea typeface="Arial" panose="020B0604020202020204" pitchFamily="34" charset="0"/>
              </a:rPr>
              <a:t>According to the statistics of the World Health Organization (WHO), among the deaths caused by cancer, cardiovascular disease, diabetes, and chronic respiratory diseases in the world, cancer mortality ranks first, and the number of deaths from the disease accounts for 22.32% of the total number of deaths. However, with the increasing number of hospital patients, the contradiction between supply and demand of medical image analysis continues to increase. In view of this, the emergence of computer-aided diagnosis (CAD) [6] can help doctors to complete the diagnosis and treatment of diseases, and help doctors to obtain image information more quickly and make certain qualitative and quantitative analysis. It has shown great positive effects in intelligent medicine. The main task of CAD system is to help doctors to make a clear division and accurate identification of the lesion area. The time-saving and efficient detection helps patients to discover their own diseases in time, proving that the system is suitable for clinical diagnosis of diseases. Deep learning technology has achieved great success in the diagnosis of medical imaging.</a:t>
            </a:r>
            <a:r>
              <a:rPr lang="en-IN" sz="1800" i="1" dirty="0">
                <a:solidFill>
                  <a:schemeClr val="accent2"/>
                </a:solidFill>
                <a:effectLst/>
                <a:latin typeface="Times New Roman" panose="02020603050405020304" pitchFamily="18" charset="0"/>
                <a:ea typeface="Times New Roman" panose="02020603050405020304" pitchFamily="18" charset="0"/>
              </a:rPr>
              <a:t>. </a:t>
            </a:r>
            <a:r>
              <a:rPr lang="en-IN" sz="1800" i="1" dirty="0">
                <a:solidFill>
                  <a:schemeClr val="accent2"/>
                </a:solidFill>
                <a:effectLst/>
                <a:latin typeface="Arial" panose="020B0604020202020204" pitchFamily="34" charset="0"/>
                <a:ea typeface="Arial" panose="020B0604020202020204" pitchFamily="34" charset="0"/>
              </a:rPr>
              <a:t>However, there is still a certain gap between AI-based medical imaging diagnosis technology and clinical application.</a:t>
            </a:r>
          </a:p>
        </p:txBody>
      </p:sp>
    </p:spTree>
    <p:extLst>
      <p:ext uri="{BB962C8B-B14F-4D97-AF65-F5344CB8AC3E}">
        <p14:creationId xmlns:p14="http://schemas.microsoft.com/office/powerpoint/2010/main" val="165138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810D-294F-C5DD-DA72-EBF5A4D71AB1}"/>
              </a:ext>
            </a:extLst>
          </p:cNvPr>
          <p:cNvSpPr>
            <a:spLocks noGrp="1"/>
          </p:cNvSpPr>
          <p:nvPr>
            <p:ph type="title"/>
          </p:nvPr>
        </p:nvSpPr>
        <p:spPr/>
        <p:txBody>
          <a:bodyPr>
            <a:noAutofit/>
          </a:bodyPr>
          <a:lstStyle/>
          <a:p>
            <a:r>
              <a:rPr lang="en-US" b="1" i="1" dirty="0">
                <a:solidFill>
                  <a:schemeClr val="accent2"/>
                </a:solidFill>
              </a:rPr>
              <a:t>Proposed systems:</a:t>
            </a:r>
            <a:endParaRPr lang="en-IN" b="1" i="1" dirty="0">
              <a:solidFill>
                <a:schemeClr val="accent2"/>
              </a:solidFill>
            </a:endParaRPr>
          </a:p>
        </p:txBody>
      </p:sp>
      <p:sp>
        <p:nvSpPr>
          <p:cNvPr id="3" name="Content Placeholder 2">
            <a:extLst>
              <a:ext uri="{FF2B5EF4-FFF2-40B4-BE49-F238E27FC236}">
                <a16:creationId xmlns:a16="http://schemas.microsoft.com/office/drawing/2014/main" id="{0C725AEE-D917-357E-9A8A-1BA3147197FB}"/>
              </a:ext>
            </a:extLst>
          </p:cNvPr>
          <p:cNvSpPr>
            <a:spLocks noGrp="1"/>
          </p:cNvSpPr>
          <p:nvPr>
            <p:ph idx="1"/>
          </p:nvPr>
        </p:nvSpPr>
        <p:spPr/>
        <p:txBody>
          <a:bodyPr/>
          <a:lstStyle/>
          <a:p>
            <a:endParaRPr lang="en-IN" sz="1800" i="1" dirty="0">
              <a:solidFill>
                <a:schemeClr val="accent2"/>
              </a:solidFill>
              <a:effectLst/>
              <a:latin typeface="Arial" panose="020B0604020202020204" pitchFamily="34" charset="0"/>
              <a:ea typeface="Arial" panose="020B0604020202020204" pitchFamily="34" charset="0"/>
            </a:endParaRPr>
          </a:p>
          <a:p>
            <a:r>
              <a:rPr lang="en-IN" sz="1800" i="1" dirty="0">
                <a:solidFill>
                  <a:schemeClr val="accent2"/>
                </a:solidFill>
                <a:effectLst/>
                <a:latin typeface="Arial" panose="020B0604020202020204" pitchFamily="34" charset="0"/>
                <a:ea typeface="Arial" panose="020B0604020202020204" pitchFamily="34" charset="0"/>
              </a:rPr>
              <a:t>Referring to the comprehensive analysis discussed above, how to quickly apply the deep learning-based computer-aided diagnosis technology to clinical diagnosis will be an urgent need for smart medical care to take root. It is particularly important to technically optimize the deep learning algorithm model and establish a high-quality data set, which mainly includes: one is to deepen the research on the joint model of rules and deep learning; The other is to establish a wide range of sources and standardized data sets to improve the quality of training data .More efforts are made to investigate and establish registration specifications for AI software in the industrial field. The training of medical imaging diagnosis models based on deep learning  not only focus on the identification and classification of image signals, but also makes comprehensive judgments based on the patient's medical history, symptoms, and other test results. In this way, the overall medical level of artificial intelligence can be further improved, and then the transition from auxiliary examination to predictive diagnosis and auxiliary judgment can be realized.</a:t>
            </a:r>
          </a:p>
          <a:p>
            <a:endParaRPr lang="en-IN" i="1" dirty="0">
              <a:solidFill>
                <a:schemeClr val="accent2"/>
              </a:solidFill>
            </a:endParaRPr>
          </a:p>
        </p:txBody>
      </p:sp>
    </p:spTree>
    <p:extLst>
      <p:ext uri="{BB962C8B-B14F-4D97-AF65-F5344CB8AC3E}">
        <p14:creationId xmlns:p14="http://schemas.microsoft.com/office/powerpoint/2010/main" val="3262171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1D590-24D0-BCE5-D46E-C719182B4724}"/>
              </a:ext>
            </a:extLst>
          </p:cNvPr>
          <p:cNvSpPr>
            <a:spLocks noGrp="1"/>
          </p:cNvSpPr>
          <p:nvPr>
            <p:ph type="title"/>
          </p:nvPr>
        </p:nvSpPr>
        <p:spPr/>
        <p:txBody>
          <a:bodyPr/>
          <a:lstStyle/>
          <a:p>
            <a:r>
              <a:rPr lang="en-IN" b="1" i="1" dirty="0">
                <a:solidFill>
                  <a:schemeClr val="accent2"/>
                </a:solidFill>
              </a:rPr>
              <a:t>Hardware and software specifications:</a:t>
            </a:r>
          </a:p>
        </p:txBody>
      </p:sp>
      <p:sp>
        <p:nvSpPr>
          <p:cNvPr id="3" name="Content Placeholder 2">
            <a:extLst>
              <a:ext uri="{FF2B5EF4-FFF2-40B4-BE49-F238E27FC236}">
                <a16:creationId xmlns:a16="http://schemas.microsoft.com/office/drawing/2014/main" id="{BAC87263-53C2-C891-DF0E-2D5A22183D91}"/>
              </a:ext>
            </a:extLst>
          </p:cNvPr>
          <p:cNvSpPr>
            <a:spLocks noGrp="1"/>
          </p:cNvSpPr>
          <p:nvPr>
            <p:ph idx="1"/>
          </p:nvPr>
        </p:nvSpPr>
        <p:spPr/>
        <p:txBody>
          <a:bodyPr/>
          <a:lstStyle/>
          <a:p>
            <a:pPr>
              <a:lnSpc>
                <a:spcPct val="150000"/>
              </a:lnSpc>
              <a:spcAft>
                <a:spcPts val="1000"/>
              </a:spcAft>
            </a:pPr>
            <a:endParaRPr lang="en-US" sz="1800" b="1" i="1"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p>
            <a:pPr>
              <a:lnSpc>
                <a:spcPct val="150000"/>
              </a:lnSpc>
              <a:spcAft>
                <a:spcPts val="1000"/>
              </a:spcAft>
            </a:pPr>
            <a:r>
              <a:rPr lang="en-US" sz="1800" b="1"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REQUIREMENT ANALYSIS:</a:t>
            </a:r>
            <a:endParaRPr lang="en-IN" sz="1800" b="1"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1000"/>
              </a:spcAft>
            </a:pPr>
            <a:r>
              <a:rPr lang="en-US" sz="1800"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	The project involved analyzing the design of few applications so as to make the application more users friendly. To do so, it was really important to keep the navigations from one screen to the other well ordered and at the same time reducing the amount of typing the user needs to do. In order to make the application more accessible, the browser version had to be chosen so that it is compatible with most of the Browsers. </a:t>
            </a:r>
            <a:endParaRPr lang="en-IN" sz="1800"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430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B3617-50B0-7C00-CCCF-903731B68020}"/>
              </a:ext>
            </a:extLst>
          </p:cNvPr>
          <p:cNvSpPr>
            <a:spLocks noGrp="1"/>
          </p:cNvSpPr>
          <p:nvPr>
            <p:ph idx="1"/>
          </p:nvPr>
        </p:nvSpPr>
        <p:spPr>
          <a:xfrm>
            <a:off x="1097280" y="432619"/>
            <a:ext cx="10058400" cy="5436475"/>
          </a:xfrm>
        </p:spPr>
        <p:txBody>
          <a:bodyPr>
            <a:normAutofit fontScale="92500" lnSpcReduction="20000"/>
          </a:bodyPr>
          <a:lstStyle/>
          <a:p>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201168" lvl="1" indent="0">
              <a:buNone/>
            </a:pPr>
            <a:r>
              <a:rPr lang="en-US" sz="5600" b="1" i="1" dirty="0">
                <a:solidFill>
                  <a:schemeClr val="accent2"/>
                </a:solidFill>
                <a:effectLst/>
                <a:latin typeface="+mj-lt"/>
                <a:ea typeface="Calibri" panose="020F0502020204030204" pitchFamily="34" charset="0"/>
                <a:cs typeface="Arial" panose="020B0604020202020204" pitchFamily="34" charset="0"/>
              </a:rPr>
              <a:t>Requirement specification:</a:t>
            </a:r>
          </a:p>
          <a:p>
            <a:pPr marL="201168" lvl="1" indent="0">
              <a:buNone/>
            </a:pPr>
            <a:endParaRPr lang="en-US" sz="4600" b="1" i="1" dirty="0">
              <a:solidFill>
                <a:schemeClr val="accent2"/>
              </a:solidFill>
              <a:latin typeface="+mj-lt"/>
              <a:ea typeface="Calibri" panose="020F0502020204030204" pitchFamily="34" charset="0"/>
              <a:cs typeface="Arial" panose="020B0604020202020204" pitchFamily="34" charset="0"/>
            </a:endParaRPr>
          </a:p>
          <a:p>
            <a:pPr marL="0" indent="0" algn="just">
              <a:lnSpc>
                <a:spcPct val="150000"/>
              </a:lnSpc>
              <a:spcAft>
                <a:spcPts val="1000"/>
              </a:spcAft>
              <a:buNone/>
            </a:pPr>
            <a:r>
              <a:rPr lang="en-US" sz="2100" b="1"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Functional Requirements:</a:t>
            </a:r>
            <a:endParaRPr lang="en-IN" sz="2100"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lnSpc>
                <a:spcPct val="150000"/>
              </a:lnSpc>
              <a:buFont typeface="Wingdings" panose="05000000000000000000" pitchFamily="2" charset="2"/>
              <a:buChar char=""/>
            </a:pPr>
            <a:r>
              <a:rPr lang="en-US" sz="2100"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Graphical User interface with the User.</a:t>
            </a:r>
            <a:endParaRPr lang="en-IN" sz="2100"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1000"/>
              </a:spcAft>
            </a:pPr>
            <a:r>
              <a:rPr lang="en-US" sz="2100" b="1"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Software Requirements:</a:t>
            </a:r>
            <a:endParaRPr lang="en-IN" sz="2100"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marL="457200" algn="just">
              <a:lnSpc>
                <a:spcPct val="150000"/>
              </a:lnSpc>
              <a:spcAft>
                <a:spcPts val="1000"/>
              </a:spcAft>
            </a:pPr>
            <a:r>
              <a:rPr lang="en-US" sz="2100"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For developing the application the following are the Software Requirements:</a:t>
            </a:r>
            <a:endParaRPr lang="en-IN" sz="2100"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lnSpc>
                <a:spcPct val="150000"/>
              </a:lnSpc>
              <a:spcAft>
                <a:spcPts val="1000"/>
              </a:spcAft>
              <a:buFont typeface="+mj-lt"/>
              <a:buAutoNum type="arabicPeriod"/>
            </a:pPr>
            <a:r>
              <a:rPr lang="en-US" sz="2100"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Python</a:t>
            </a:r>
            <a:endParaRPr lang="en-IN" sz="2100"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lnSpc>
                <a:spcPct val="150000"/>
              </a:lnSpc>
              <a:spcAft>
                <a:spcPts val="1000"/>
              </a:spcAft>
              <a:buFont typeface="+mj-lt"/>
              <a:buAutoNum type="arabicPeriod"/>
            </a:pPr>
            <a:r>
              <a:rPr lang="en-US" sz="2100" i="1" dirty="0">
                <a:solidFill>
                  <a:schemeClr val="accent2"/>
                </a:solidFill>
                <a:effectLst/>
                <a:latin typeface="Arial" panose="020B0604020202020204" pitchFamily="34" charset="0"/>
                <a:ea typeface="Calibri" panose="020F0502020204030204" pitchFamily="34" charset="0"/>
                <a:cs typeface="Arial" panose="020B0604020202020204" pitchFamily="34" charset="0"/>
              </a:rPr>
              <a:t>Django</a:t>
            </a:r>
            <a:endParaRPr lang="en-IN" sz="2100" i="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57379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5102-C8E7-669D-11F1-33EC2B28D403}"/>
              </a:ext>
            </a:extLst>
          </p:cNvPr>
          <p:cNvSpPr>
            <a:spLocks noGrp="1"/>
          </p:cNvSpPr>
          <p:nvPr>
            <p:ph type="title"/>
          </p:nvPr>
        </p:nvSpPr>
        <p:spPr/>
        <p:txBody>
          <a:bodyPr/>
          <a:lstStyle/>
          <a:p>
            <a:r>
              <a:rPr lang="en-IN" b="1" i="1" dirty="0">
                <a:solidFill>
                  <a:schemeClr val="accent2"/>
                </a:solidFill>
              </a:rPr>
              <a:t>Modules:</a:t>
            </a:r>
          </a:p>
        </p:txBody>
      </p:sp>
      <p:sp>
        <p:nvSpPr>
          <p:cNvPr id="3" name="Content Placeholder 2">
            <a:extLst>
              <a:ext uri="{FF2B5EF4-FFF2-40B4-BE49-F238E27FC236}">
                <a16:creationId xmlns:a16="http://schemas.microsoft.com/office/drawing/2014/main" id="{87459047-2E24-7709-815B-074CF7BC4DD3}"/>
              </a:ext>
            </a:extLst>
          </p:cNvPr>
          <p:cNvSpPr>
            <a:spLocks noGrp="1"/>
          </p:cNvSpPr>
          <p:nvPr>
            <p:ph idx="1"/>
          </p:nvPr>
        </p:nvSpPr>
        <p:spPr/>
        <p:txBody>
          <a:bodyPr/>
          <a:lstStyle/>
          <a:p>
            <a:pPr>
              <a:lnSpc>
                <a:spcPct val="115000"/>
              </a:lnSpc>
            </a:pPr>
            <a:endParaRPr lang="en-IN" sz="1800" b="1" u="sng" dirty="0">
              <a:effectLst/>
              <a:latin typeface="Arial" panose="020B0604020202020204" pitchFamily="34" charset="0"/>
              <a:ea typeface="Arial" panose="020B0604020202020204" pitchFamily="34" charset="0"/>
            </a:endParaRPr>
          </a:p>
          <a:p>
            <a:pPr>
              <a:lnSpc>
                <a:spcPct val="115000"/>
              </a:lnSpc>
            </a:pPr>
            <a:r>
              <a:rPr lang="en-IN" sz="1800" b="1" i="1" dirty="0">
                <a:solidFill>
                  <a:schemeClr val="accent2"/>
                </a:solidFill>
                <a:effectLst/>
                <a:latin typeface="Arial" panose="020B0604020202020204" pitchFamily="34" charset="0"/>
                <a:ea typeface="Arial" panose="020B0604020202020204" pitchFamily="34" charset="0"/>
              </a:rPr>
              <a:t>USER: </a:t>
            </a:r>
            <a:endParaRPr lang="en-IN" sz="1800" i="1" dirty="0">
              <a:solidFill>
                <a:schemeClr val="accent2"/>
              </a:solidFill>
              <a:effectLst/>
              <a:latin typeface="Arial" panose="020B0604020202020204" pitchFamily="34" charset="0"/>
              <a:ea typeface="Arial" panose="020B0604020202020204" pitchFamily="34" charset="0"/>
            </a:endParaRPr>
          </a:p>
          <a:p>
            <a:pPr>
              <a:lnSpc>
                <a:spcPct val="115000"/>
              </a:lnSpc>
            </a:pPr>
            <a:r>
              <a:rPr lang="en-IN" sz="1800" i="1" dirty="0">
                <a:solidFill>
                  <a:schemeClr val="accent2"/>
                </a:solidFill>
                <a:effectLst/>
                <a:latin typeface="Arial" panose="020B0604020202020204" pitchFamily="34" charset="0"/>
                <a:ea typeface="Arial" panose="020B0604020202020204" pitchFamily="34" charset="0"/>
              </a:rPr>
              <a:t>The User can register first. While registering, he required a valid user email and mobile for further communications. Once the user registers, then the admin can activate the user. Once the admin activates the user, then the user can login into our system. Users can upload the dataset based on our dataset column matched. For algorithm execution data must be in integer or float </a:t>
            </a:r>
            <a:r>
              <a:rPr lang="en-IN" sz="1800" i="1" dirty="0" err="1">
                <a:solidFill>
                  <a:schemeClr val="accent2"/>
                </a:solidFill>
                <a:effectLst/>
                <a:latin typeface="Arial" panose="020B0604020202020204" pitchFamily="34" charset="0"/>
                <a:ea typeface="Arial" panose="020B0604020202020204" pitchFamily="34" charset="0"/>
              </a:rPr>
              <a:t>format.Here</a:t>
            </a:r>
            <a:r>
              <a:rPr lang="en-IN" sz="1800" i="1" dirty="0">
                <a:solidFill>
                  <a:schemeClr val="accent2"/>
                </a:solidFill>
                <a:effectLst/>
                <a:latin typeface="Arial" panose="020B0604020202020204" pitchFamily="34" charset="0"/>
                <a:ea typeface="Arial" panose="020B0604020202020204" pitchFamily="34" charset="0"/>
              </a:rPr>
              <a:t> we took different types of images dataset for testing </a:t>
            </a:r>
            <a:r>
              <a:rPr lang="en-IN" sz="1800" i="1" dirty="0" err="1">
                <a:solidFill>
                  <a:schemeClr val="accent2"/>
                </a:solidFill>
                <a:effectLst/>
                <a:latin typeface="Arial" panose="020B0604020202020204" pitchFamily="34" charset="0"/>
                <a:ea typeface="Arial" panose="020B0604020202020204" pitchFamily="34" charset="0"/>
              </a:rPr>
              <a:t>pupose</a:t>
            </a:r>
            <a:r>
              <a:rPr lang="en-IN" sz="1800" i="1" dirty="0">
                <a:solidFill>
                  <a:schemeClr val="accent2"/>
                </a:solidFill>
                <a:effectLst/>
                <a:latin typeface="Arial" panose="020B0604020202020204" pitchFamily="34" charset="0"/>
                <a:ea typeface="Arial" panose="020B0604020202020204" pitchFamily="34" charset="0"/>
              </a:rPr>
              <a:t>. User can click the Data Preparations in the web page so that the data cleaning process will be started. The cleaned data will be displayed</a:t>
            </a:r>
            <a:r>
              <a:rPr lang="en-IN" sz="1800" dirty="0">
                <a:effectLst/>
                <a:latin typeface="Arial" panose="020B0604020202020204" pitchFamily="34" charset="0"/>
                <a:ea typeface="Arial" panose="020B0604020202020204" pitchFamily="34" charset="0"/>
              </a:rPr>
              <a:t>.</a:t>
            </a:r>
          </a:p>
          <a:p>
            <a:endParaRPr lang="en-IN" dirty="0"/>
          </a:p>
        </p:txBody>
      </p:sp>
    </p:spTree>
    <p:extLst>
      <p:ext uri="{BB962C8B-B14F-4D97-AF65-F5344CB8AC3E}">
        <p14:creationId xmlns:p14="http://schemas.microsoft.com/office/powerpoint/2010/main" val="3489043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A9BEE3-0296-1753-EFEA-E154FFA3BA86}"/>
              </a:ext>
            </a:extLst>
          </p:cNvPr>
          <p:cNvSpPr>
            <a:spLocks noGrp="1"/>
          </p:cNvSpPr>
          <p:nvPr>
            <p:ph idx="1"/>
          </p:nvPr>
        </p:nvSpPr>
        <p:spPr/>
        <p:txBody>
          <a:bodyPr/>
          <a:lstStyle/>
          <a:p>
            <a:pPr>
              <a:lnSpc>
                <a:spcPct val="115000"/>
              </a:lnSpc>
            </a:pPr>
            <a:endParaRPr lang="en-IN" sz="1800" b="1" u="sng" dirty="0">
              <a:effectLst/>
              <a:latin typeface="Arial" panose="020B0604020202020204" pitchFamily="34" charset="0"/>
              <a:ea typeface="Arial" panose="020B0604020202020204" pitchFamily="34" charset="0"/>
            </a:endParaRPr>
          </a:p>
          <a:p>
            <a:pPr>
              <a:lnSpc>
                <a:spcPct val="115000"/>
              </a:lnSpc>
            </a:pPr>
            <a:r>
              <a:rPr lang="en-IN" sz="1800" b="1" i="1" dirty="0">
                <a:solidFill>
                  <a:schemeClr val="accent2"/>
                </a:solidFill>
                <a:effectLst/>
                <a:latin typeface="Arial" panose="020B0604020202020204" pitchFamily="34" charset="0"/>
                <a:ea typeface="Arial" panose="020B0604020202020204" pitchFamily="34" charset="0"/>
              </a:rPr>
              <a:t>ADMIN: </a:t>
            </a:r>
            <a:endParaRPr lang="en-IN" sz="1800" i="1" dirty="0">
              <a:solidFill>
                <a:schemeClr val="accent2"/>
              </a:solidFill>
              <a:effectLst/>
              <a:latin typeface="Arial" panose="020B0604020202020204" pitchFamily="34" charset="0"/>
              <a:ea typeface="Arial" panose="020B0604020202020204" pitchFamily="34" charset="0"/>
            </a:endParaRPr>
          </a:p>
          <a:p>
            <a:pPr>
              <a:lnSpc>
                <a:spcPct val="115000"/>
              </a:lnSpc>
            </a:pPr>
            <a:r>
              <a:rPr lang="en-IN" sz="1800" b="1" i="1" strike="noStrike" dirty="0">
                <a:solidFill>
                  <a:schemeClr val="accent2"/>
                </a:solidFill>
                <a:effectLst/>
                <a:latin typeface="Arial" panose="020B0604020202020204" pitchFamily="34" charset="0"/>
                <a:ea typeface="Arial" panose="020B0604020202020204" pitchFamily="34" charset="0"/>
              </a:rPr>
              <a:t> </a:t>
            </a:r>
            <a:r>
              <a:rPr lang="en-IN" sz="1800" i="1" dirty="0">
                <a:solidFill>
                  <a:schemeClr val="accent2"/>
                </a:solidFill>
                <a:effectLst/>
                <a:latin typeface="Arial" panose="020B0604020202020204" pitchFamily="34" charset="0"/>
                <a:ea typeface="Arial" panose="020B0604020202020204" pitchFamily="34" charset="0"/>
              </a:rPr>
              <a:t>Admin can login with his login details. Admin can activate the registered users. Once he activates then only the user can login into our system. Admin can view the overall data in the browser. He can also check the algorithms Convolutional Neural Network (CNN), Deep Learning algorithms, Artificial Intelligence. All algorithm execution completes then the admin can see the overall accuracy in the web page.</a:t>
            </a:r>
          </a:p>
          <a:p>
            <a:endParaRPr lang="en-IN" dirty="0"/>
          </a:p>
        </p:txBody>
      </p:sp>
    </p:spTree>
    <p:extLst>
      <p:ext uri="{BB962C8B-B14F-4D97-AF65-F5344CB8AC3E}">
        <p14:creationId xmlns:p14="http://schemas.microsoft.com/office/powerpoint/2010/main" val="3519136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D5C887-DA30-AA55-3E71-647F75898F38}"/>
              </a:ext>
            </a:extLst>
          </p:cNvPr>
          <p:cNvSpPr>
            <a:spLocks noGrp="1"/>
          </p:cNvSpPr>
          <p:nvPr>
            <p:ph idx="1"/>
          </p:nvPr>
        </p:nvSpPr>
        <p:spPr/>
        <p:txBody>
          <a:bodyPr>
            <a:normAutofit/>
          </a:bodyPr>
          <a:lstStyle/>
          <a:p>
            <a:pPr>
              <a:lnSpc>
                <a:spcPct val="115000"/>
              </a:lnSpc>
            </a:pPr>
            <a:endParaRPr lang="en-IN" sz="1800" b="1" u="sng" dirty="0">
              <a:effectLst/>
              <a:latin typeface="Arial" panose="020B0604020202020204" pitchFamily="34" charset="0"/>
              <a:ea typeface="Arial" panose="020B0604020202020204" pitchFamily="34" charset="0"/>
            </a:endParaRPr>
          </a:p>
          <a:p>
            <a:pPr>
              <a:lnSpc>
                <a:spcPct val="115000"/>
              </a:lnSpc>
            </a:pPr>
            <a:r>
              <a:rPr lang="en-IN" sz="1800" b="1" i="1" dirty="0">
                <a:solidFill>
                  <a:schemeClr val="accent2"/>
                </a:solidFill>
                <a:effectLst/>
                <a:latin typeface="Arial" panose="020B0604020202020204" pitchFamily="34" charset="0"/>
                <a:ea typeface="Arial" panose="020B0604020202020204" pitchFamily="34" charset="0"/>
              </a:rPr>
              <a:t>DEEP LEARNING: </a:t>
            </a:r>
            <a:endParaRPr lang="en-IN" sz="1800" i="1" dirty="0">
              <a:solidFill>
                <a:schemeClr val="accent2"/>
              </a:solidFill>
              <a:effectLst/>
              <a:latin typeface="Arial" panose="020B0604020202020204" pitchFamily="34" charset="0"/>
              <a:ea typeface="Arial" panose="020B0604020202020204" pitchFamily="34" charset="0"/>
            </a:endParaRPr>
          </a:p>
          <a:p>
            <a:pPr marL="0" indent="0" algn="just">
              <a:lnSpc>
                <a:spcPct val="150000"/>
              </a:lnSpc>
              <a:buNone/>
            </a:pPr>
            <a:r>
              <a:rPr lang="en-IN" sz="1800" i="1" dirty="0">
                <a:solidFill>
                  <a:schemeClr val="accent2"/>
                </a:solidFill>
                <a:effectLst/>
                <a:latin typeface="Arial" panose="020B0604020202020204" pitchFamily="34" charset="0"/>
                <a:ea typeface="Arial" panose="020B0604020202020204" pitchFamily="34" charset="0"/>
              </a:rPr>
              <a:t>The methodology of medical image detection using deep learning based artificial intelligence technology. Images are extracted from the trained dataset. Medical imaging diagnosis using a convolution neural network (CNN) based. Proposed implementation uses two types of datasets. One dataset, which had pre-labelled images and the other one is a set of images, which were labelled manually. Results are tabulated, both algorithms achieve good accuracy, but their application in real situations can be based on the trade-off between speed and accuracy.</a:t>
            </a:r>
          </a:p>
          <a:p>
            <a:endParaRPr lang="en-IN" dirty="0"/>
          </a:p>
        </p:txBody>
      </p:sp>
    </p:spTree>
    <p:extLst>
      <p:ext uri="{BB962C8B-B14F-4D97-AF65-F5344CB8AC3E}">
        <p14:creationId xmlns:p14="http://schemas.microsoft.com/office/powerpoint/2010/main" val="4072605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91183-99DD-A9E7-5CC1-FC39CC6F376C}"/>
              </a:ext>
            </a:extLst>
          </p:cNvPr>
          <p:cNvSpPr>
            <a:spLocks noGrp="1"/>
          </p:cNvSpPr>
          <p:nvPr>
            <p:ph type="title"/>
          </p:nvPr>
        </p:nvSpPr>
        <p:spPr/>
        <p:txBody>
          <a:bodyPr>
            <a:normAutofit/>
          </a:bodyPr>
          <a:lstStyle/>
          <a:p>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r>
              <a:rPr lang="en-IN" b="1" i="1" dirty="0">
                <a:solidFill>
                  <a:schemeClr val="accent2"/>
                </a:solidFill>
                <a:effectLst/>
                <a:latin typeface="Calibri" panose="020F0502020204030204" pitchFamily="34" charset="0"/>
                <a:ea typeface="Times New Roman" panose="02020603050405020304" pitchFamily="18" charset="0"/>
                <a:cs typeface="Times New Roman" panose="02020603050405020304" pitchFamily="18" charset="0"/>
              </a:rPr>
              <a:t>Use case diagram:</a:t>
            </a:r>
            <a:endParaRPr lang="en-IN" b="1" i="1" dirty="0">
              <a:solidFill>
                <a:schemeClr val="accent2"/>
              </a:solidFill>
            </a:endParaRPr>
          </a:p>
        </p:txBody>
      </p:sp>
      <p:pic>
        <p:nvPicPr>
          <p:cNvPr id="6" name="Content Placeholder 5">
            <a:extLst>
              <a:ext uri="{FF2B5EF4-FFF2-40B4-BE49-F238E27FC236}">
                <a16:creationId xmlns:a16="http://schemas.microsoft.com/office/drawing/2014/main" id="{D5EB7B22-1E64-438A-7798-06FC0479BC6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49845" y="2045110"/>
            <a:ext cx="4952635" cy="3823878"/>
          </a:xfrm>
          <a:prstGeom prst="rect">
            <a:avLst/>
          </a:prstGeom>
          <a:noFill/>
          <a:ln>
            <a:noFill/>
          </a:ln>
        </p:spPr>
      </p:pic>
    </p:spTree>
    <p:extLst>
      <p:ext uri="{BB962C8B-B14F-4D97-AF65-F5344CB8AC3E}">
        <p14:creationId xmlns:p14="http://schemas.microsoft.com/office/powerpoint/2010/main" val="777374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F451-685F-84E4-FBF9-17BC0900E866}"/>
              </a:ext>
            </a:extLst>
          </p:cNvPr>
          <p:cNvSpPr>
            <a:spLocks noGrp="1"/>
          </p:cNvSpPr>
          <p:nvPr>
            <p:ph type="title"/>
          </p:nvPr>
        </p:nvSpPr>
        <p:spPr/>
        <p:txBody>
          <a:bodyPr/>
          <a:lstStyle/>
          <a:p>
            <a:r>
              <a:rPr lang="en-IN" b="1" i="1" dirty="0">
                <a:solidFill>
                  <a:schemeClr val="accent2"/>
                </a:solidFill>
              </a:rPr>
              <a:t>System Architecture:</a:t>
            </a:r>
          </a:p>
        </p:txBody>
      </p:sp>
      <p:pic>
        <p:nvPicPr>
          <p:cNvPr id="4" name="Content Placeholder 3">
            <a:extLst>
              <a:ext uri="{FF2B5EF4-FFF2-40B4-BE49-F238E27FC236}">
                <a16:creationId xmlns:a16="http://schemas.microsoft.com/office/drawing/2014/main" id="{A0B26CEF-0B5A-C82B-37A9-C1A86CA5EB76}"/>
              </a:ext>
            </a:extLst>
          </p:cNvPr>
          <p:cNvPicPr>
            <a:picLocks noGrp="1" noChangeAspect="1"/>
          </p:cNvPicPr>
          <p:nvPr>
            <p:ph idx="1"/>
          </p:nvPr>
        </p:nvPicPr>
        <p:blipFill>
          <a:blip r:embed="rId2"/>
          <a:stretch>
            <a:fillRect/>
          </a:stretch>
        </p:blipFill>
        <p:spPr>
          <a:xfrm>
            <a:off x="3092450" y="2497394"/>
            <a:ext cx="6067425" cy="3038167"/>
          </a:xfrm>
          <a:prstGeom prst="rect">
            <a:avLst/>
          </a:prstGeom>
        </p:spPr>
      </p:pic>
    </p:spTree>
    <p:extLst>
      <p:ext uri="{BB962C8B-B14F-4D97-AF65-F5344CB8AC3E}">
        <p14:creationId xmlns:p14="http://schemas.microsoft.com/office/powerpoint/2010/main" val="2067032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3D5A8EC-24F5-2200-882D-5C7971BC5109}"/>
              </a:ext>
            </a:extLst>
          </p:cNvPr>
          <p:cNvSpPr>
            <a:spLocks noGrp="1"/>
          </p:cNvSpPr>
          <p:nvPr>
            <p:ph type="title"/>
          </p:nvPr>
        </p:nvSpPr>
        <p:spPr/>
        <p:txBody>
          <a:bodyPr>
            <a:normAutofit fontScale="90000"/>
          </a:bodyPr>
          <a:lstStyle/>
          <a:p>
            <a:br>
              <a:rPr lang="en-IN" b="1" i="1" dirty="0">
                <a:solidFill>
                  <a:schemeClr val="accent2"/>
                </a:solidFill>
              </a:rPr>
            </a:br>
            <a:br>
              <a:rPr lang="en-IN" b="1" i="1" dirty="0">
                <a:solidFill>
                  <a:schemeClr val="accent2"/>
                </a:solidFill>
              </a:rPr>
            </a:br>
            <a:r>
              <a:rPr lang="en-IN" b="1" i="1" dirty="0">
                <a:solidFill>
                  <a:schemeClr val="accent2"/>
                </a:solidFill>
              </a:rPr>
              <a:t>Home page:</a:t>
            </a:r>
          </a:p>
        </p:txBody>
      </p:sp>
      <p:pic>
        <p:nvPicPr>
          <p:cNvPr id="14" name="image5.png">
            <a:extLst>
              <a:ext uri="{FF2B5EF4-FFF2-40B4-BE49-F238E27FC236}">
                <a16:creationId xmlns:a16="http://schemas.microsoft.com/office/drawing/2014/main" id="{81EE368B-11D9-8DDF-128B-4D358EBE38E7}"/>
              </a:ext>
            </a:extLst>
          </p:cNvPr>
          <p:cNvPicPr>
            <a:picLocks noGrp="1"/>
          </p:cNvPicPr>
          <p:nvPr>
            <p:ph idx="1"/>
          </p:nvPr>
        </p:nvPicPr>
        <p:blipFill>
          <a:blip r:embed="rId2"/>
          <a:srcRect/>
          <a:stretch>
            <a:fillRect/>
          </a:stretch>
        </p:blipFill>
        <p:spPr>
          <a:xfrm>
            <a:off x="2548661" y="2123768"/>
            <a:ext cx="7155003" cy="3745220"/>
          </a:xfrm>
          <a:prstGeom prst="rect">
            <a:avLst/>
          </a:prstGeom>
          <a:ln/>
        </p:spPr>
      </p:pic>
    </p:spTree>
    <p:extLst>
      <p:ext uri="{BB962C8B-B14F-4D97-AF65-F5344CB8AC3E}">
        <p14:creationId xmlns:p14="http://schemas.microsoft.com/office/powerpoint/2010/main" val="1347549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97604-B5DB-DDED-649C-91D5BE3D7B30}"/>
              </a:ext>
            </a:extLst>
          </p:cNvPr>
          <p:cNvSpPr>
            <a:spLocks noGrp="1"/>
          </p:cNvSpPr>
          <p:nvPr>
            <p:ph type="title"/>
          </p:nvPr>
        </p:nvSpPr>
        <p:spPr/>
        <p:txBody>
          <a:bodyPr/>
          <a:lstStyle/>
          <a:p>
            <a:r>
              <a:rPr lang="en-IN" b="1" i="1" dirty="0">
                <a:solidFill>
                  <a:schemeClr val="accent2"/>
                </a:solidFill>
              </a:rPr>
              <a:t>Registration form:</a:t>
            </a:r>
          </a:p>
        </p:txBody>
      </p:sp>
      <p:pic>
        <p:nvPicPr>
          <p:cNvPr id="4" name="image4.png">
            <a:extLst>
              <a:ext uri="{FF2B5EF4-FFF2-40B4-BE49-F238E27FC236}">
                <a16:creationId xmlns:a16="http://schemas.microsoft.com/office/drawing/2014/main" id="{6034382F-6D0F-8A2D-E57E-D421B0692CD0}"/>
              </a:ext>
            </a:extLst>
          </p:cNvPr>
          <p:cNvPicPr>
            <a:picLocks noGrp="1"/>
          </p:cNvPicPr>
          <p:nvPr>
            <p:ph idx="1"/>
          </p:nvPr>
        </p:nvPicPr>
        <p:blipFill>
          <a:blip r:embed="rId2"/>
          <a:srcRect/>
          <a:stretch>
            <a:fillRect/>
          </a:stretch>
        </p:blipFill>
        <p:spPr>
          <a:xfrm>
            <a:off x="2548661" y="2094271"/>
            <a:ext cx="7155003" cy="3774717"/>
          </a:xfrm>
          <a:prstGeom prst="rect">
            <a:avLst/>
          </a:prstGeom>
          <a:ln/>
        </p:spPr>
      </p:pic>
    </p:spTree>
    <p:extLst>
      <p:ext uri="{BB962C8B-B14F-4D97-AF65-F5344CB8AC3E}">
        <p14:creationId xmlns:p14="http://schemas.microsoft.com/office/powerpoint/2010/main" val="14053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07718-63B1-B8AD-BB1F-0A91093AFD63}"/>
              </a:ext>
            </a:extLst>
          </p:cNvPr>
          <p:cNvSpPr>
            <a:spLocks noGrp="1"/>
          </p:cNvSpPr>
          <p:nvPr>
            <p:ph type="title"/>
          </p:nvPr>
        </p:nvSpPr>
        <p:spPr/>
        <p:txBody>
          <a:bodyPr/>
          <a:lstStyle/>
          <a:p>
            <a:r>
              <a:rPr lang="en-IN" b="1" i="1" dirty="0">
                <a:solidFill>
                  <a:schemeClr val="accent2"/>
                </a:solidFill>
              </a:rPr>
              <a:t>Admin login:</a:t>
            </a:r>
          </a:p>
        </p:txBody>
      </p:sp>
      <p:pic>
        <p:nvPicPr>
          <p:cNvPr id="4" name="image9.png">
            <a:extLst>
              <a:ext uri="{FF2B5EF4-FFF2-40B4-BE49-F238E27FC236}">
                <a16:creationId xmlns:a16="http://schemas.microsoft.com/office/drawing/2014/main" id="{D9227009-E6E7-2AE8-163D-1B0DB4A1804F}"/>
              </a:ext>
            </a:extLst>
          </p:cNvPr>
          <p:cNvPicPr>
            <a:picLocks noGrp="1"/>
          </p:cNvPicPr>
          <p:nvPr>
            <p:ph idx="1"/>
          </p:nvPr>
        </p:nvPicPr>
        <p:blipFill>
          <a:blip r:embed="rId2"/>
          <a:srcRect/>
          <a:stretch>
            <a:fillRect/>
          </a:stretch>
        </p:blipFill>
        <p:spPr>
          <a:xfrm>
            <a:off x="2548661" y="2192594"/>
            <a:ext cx="7155003" cy="3676394"/>
          </a:xfrm>
          <a:prstGeom prst="rect">
            <a:avLst/>
          </a:prstGeom>
          <a:ln/>
        </p:spPr>
      </p:pic>
    </p:spTree>
    <p:extLst>
      <p:ext uri="{BB962C8B-B14F-4D97-AF65-F5344CB8AC3E}">
        <p14:creationId xmlns:p14="http://schemas.microsoft.com/office/powerpoint/2010/main" val="973147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D2F9C-4C77-5AA5-BE88-9FA0512C1A54}"/>
              </a:ext>
            </a:extLst>
          </p:cNvPr>
          <p:cNvSpPr>
            <a:spLocks noGrp="1"/>
          </p:cNvSpPr>
          <p:nvPr>
            <p:ph type="title"/>
          </p:nvPr>
        </p:nvSpPr>
        <p:spPr/>
        <p:txBody>
          <a:bodyPr/>
          <a:lstStyle/>
          <a:p>
            <a:r>
              <a:rPr lang="en-IN" b="1" i="1" dirty="0">
                <a:solidFill>
                  <a:schemeClr val="accent2"/>
                </a:solidFill>
              </a:rPr>
              <a:t>Admin activation:</a:t>
            </a:r>
          </a:p>
        </p:txBody>
      </p:sp>
      <p:pic>
        <p:nvPicPr>
          <p:cNvPr id="4" name="image3.png">
            <a:extLst>
              <a:ext uri="{FF2B5EF4-FFF2-40B4-BE49-F238E27FC236}">
                <a16:creationId xmlns:a16="http://schemas.microsoft.com/office/drawing/2014/main" id="{4DF14FE1-895A-F124-9880-077A72C5BB45}"/>
              </a:ext>
            </a:extLst>
          </p:cNvPr>
          <p:cNvPicPr>
            <a:picLocks noGrp="1"/>
          </p:cNvPicPr>
          <p:nvPr>
            <p:ph idx="1"/>
          </p:nvPr>
        </p:nvPicPr>
        <p:blipFill>
          <a:blip r:embed="rId2"/>
          <a:srcRect/>
          <a:stretch>
            <a:fillRect/>
          </a:stretch>
        </p:blipFill>
        <p:spPr>
          <a:xfrm>
            <a:off x="2548661" y="2123768"/>
            <a:ext cx="7155003" cy="3745220"/>
          </a:xfrm>
          <a:prstGeom prst="rect">
            <a:avLst/>
          </a:prstGeom>
          <a:ln/>
        </p:spPr>
      </p:pic>
    </p:spTree>
    <p:extLst>
      <p:ext uri="{BB962C8B-B14F-4D97-AF65-F5344CB8AC3E}">
        <p14:creationId xmlns:p14="http://schemas.microsoft.com/office/powerpoint/2010/main" val="1575303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5D220-8FA0-3E1C-464A-D706338B0B61}"/>
              </a:ext>
            </a:extLst>
          </p:cNvPr>
          <p:cNvSpPr>
            <a:spLocks noGrp="1"/>
          </p:cNvSpPr>
          <p:nvPr>
            <p:ph type="title"/>
          </p:nvPr>
        </p:nvSpPr>
        <p:spPr/>
        <p:txBody>
          <a:bodyPr/>
          <a:lstStyle/>
          <a:p>
            <a:r>
              <a:rPr lang="en-IN" b="1" i="1" dirty="0">
                <a:solidFill>
                  <a:schemeClr val="accent2"/>
                </a:solidFill>
              </a:rPr>
              <a:t>User login:</a:t>
            </a:r>
          </a:p>
        </p:txBody>
      </p:sp>
      <p:pic>
        <p:nvPicPr>
          <p:cNvPr id="4" name="image1.png">
            <a:extLst>
              <a:ext uri="{FF2B5EF4-FFF2-40B4-BE49-F238E27FC236}">
                <a16:creationId xmlns:a16="http://schemas.microsoft.com/office/drawing/2014/main" id="{D40DA628-37E8-2595-B55B-6259510E35F3}"/>
              </a:ext>
            </a:extLst>
          </p:cNvPr>
          <p:cNvPicPr>
            <a:picLocks noGrp="1"/>
          </p:cNvPicPr>
          <p:nvPr>
            <p:ph idx="1"/>
          </p:nvPr>
        </p:nvPicPr>
        <p:blipFill>
          <a:blip r:embed="rId2"/>
          <a:srcRect/>
          <a:stretch>
            <a:fillRect/>
          </a:stretch>
        </p:blipFill>
        <p:spPr>
          <a:xfrm>
            <a:off x="2548661" y="2005781"/>
            <a:ext cx="7155003" cy="3863207"/>
          </a:xfrm>
          <a:prstGeom prst="rect">
            <a:avLst/>
          </a:prstGeom>
          <a:ln/>
        </p:spPr>
      </p:pic>
    </p:spTree>
    <p:extLst>
      <p:ext uri="{BB962C8B-B14F-4D97-AF65-F5344CB8AC3E}">
        <p14:creationId xmlns:p14="http://schemas.microsoft.com/office/powerpoint/2010/main" val="2739853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A8D1E-F6D4-F259-36A0-3DC015E51CA3}"/>
              </a:ext>
            </a:extLst>
          </p:cNvPr>
          <p:cNvSpPr>
            <a:spLocks noGrp="1"/>
          </p:cNvSpPr>
          <p:nvPr>
            <p:ph type="title"/>
          </p:nvPr>
        </p:nvSpPr>
        <p:spPr/>
        <p:txBody>
          <a:bodyPr/>
          <a:lstStyle/>
          <a:p>
            <a:r>
              <a:rPr lang="en-IN" b="1" i="1" dirty="0">
                <a:solidFill>
                  <a:schemeClr val="accent2"/>
                </a:solidFill>
              </a:rPr>
              <a:t>Chest X-ray:</a:t>
            </a:r>
          </a:p>
        </p:txBody>
      </p:sp>
      <p:pic>
        <p:nvPicPr>
          <p:cNvPr id="4" name="image8.png">
            <a:extLst>
              <a:ext uri="{FF2B5EF4-FFF2-40B4-BE49-F238E27FC236}">
                <a16:creationId xmlns:a16="http://schemas.microsoft.com/office/drawing/2014/main" id="{EC74B7F7-DC07-AE64-9944-8A00339B0356}"/>
              </a:ext>
            </a:extLst>
          </p:cNvPr>
          <p:cNvPicPr>
            <a:picLocks noGrp="1"/>
          </p:cNvPicPr>
          <p:nvPr>
            <p:ph idx="1"/>
          </p:nvPr>
        </p:nvPicPr>
        <p:blipFill>
          <a:blip r:embed="rId2"/>
          <a:srcRect/>
          <a:stretch>
            <a:fillRect/>
          </a:stretch>
        </p:blipFill>
        <p:spPr>
          <a:xfrm>
            <a:off x="2548661" y="2084439"/>
            <a:ext cx="7155003" cy="3784549"/>
          </a:xfrm>
          <a:prstGeom prst="rect">
            <a:avLst/>
          </a:prstGeom>
          <a:ln/>
        </p:spPr>
      </p:pic>
    </p:spTree>
    <p:extLst>
      <p:ext uri="{BB962C8B-B14F-4D97-AF65-F5344CB8AC3E}">
        <p14:creationId xmlns:p14="http://schemas.microsoft.com/office/powerpoint/2010/main" val="3590618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9EEE-28B9-7571-70FE-448A9BB7EB72}"/>
              </a:ext>
            </a:extLst>
          </p:cNvPr>
          <p:cNvSpPr>
            <a:spLocks noGrp="1"/>
          </p:cNvSpPr>
          <p:nvPr>
            <p:ph type="title"/>
          </p:nvPr>
        </p:nvSpPr>
        <p:spPr/>
        <p:txBody>
          <a:bodyPr/>
          <a:lstStyle/>
          <a:p>
            <a:r>
              <a:rPr lang="en-IN" b="1" i="1" dirty="0">
                <a:solidFill>
                  <a:schemeClr val="accent2"/>
                </a:solidFill>
              </a:rPr>
              <a:t>MRI Stroke:</a:t>
            </a:r>
          </a:p>
        </p:txBody>
      </p:sp>
      <p:pic>
        <p:nvPicPr>
          <p:cNvPr id="4" name="image2.png">
            <a:extLst>
              <a:ext uri="{FF2B5EF4-FFF2-40B4-BE49-F238E27FC236}">
                <a16:creationId xmlns:a16="http://schemas.microsoft.com/office/drawing/2014/main" id="{7E8601F2-AB2D-A116-AFF5-27E992BCBAE6}"/>
              </a:ext>
            </a:extLst>
          </p:cNvPr>
          <p:cNvPicPr>
            <a:picLocks noGrp="1"/>
          </p:cNvPicPr>
          <p:nvPr>
            <p:ph idx="1"/>
          </p:nvPr>
        </p:nvPicPr>
        <p:blipFill>
          <a:blip r:embed="rId2"/>
          <a:srcRect/>
          <a:stretch>
            <a:fillRect/>
          </a:stretch>
        </p:blipFill>
        <p:spPr>
          <a:xfrm>
            <a:off x="2548661" y="2123768"/>
            <a:ext cx="7155003" cy="3745220"/>
          </a:xfrm>
          <a:prstGeom prst="rect">
            <a:avLst/>
          </a:prstGeom>
          <a:ln/>
        </p:spPr>
      </p:pic>
    </p:spTree>
    <p:extLst>
      <p:ext uri="{BB962C8B-B14F-4D97-AF65-F5344CB8AC3E}">
        <p14:creationId xmlns:p14="http://schemas.microsoft.com/office/powerpoint/2010/main" val="1474763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814CC-E67D-6E00-8315-56FCEDBB1B1B}"/>
              </a:ext>
            </a:extLst>
          </p:cNvPr>
          <p:cNvSpPr>
            <a:spLocks noGrp="1"/>
          </p:cNvSpPr>
          <p:nvPr>
            <p:ph type="title"/>
          </p:nvPr>
        </p:nvSpPr>
        <p:spPr/>
        <p:txBody>
          <a:bodyPr/>
          <a:lstStyle/>
          <a:p>
            <a:r>
              <a:rPr lang="en-IN" b="1" i="1" dirty="0">
                <a:solidFill>
                  <a:schemeClr val="accent2"/>
                </a:solidFill>
              </a:rPr>
              <a:t>Mammography:</a:t>
            </a:r>
          </a:p>
        </p:txBody>
      </p:sp>
      <p:pic>
        <p:nvPicPr>
          <p:cNvPr id="4" name="image6.png">
            <a:extLst>
              <a:ext uri="{FF2B5EF4-FFF2-40B4-BE49-F238E27FC236}">
                <a16:creationId xmlns:a16="http://schemas.microsoft.com/office/drawing/2014/main" id="{E6E8E763-941F-0462-8C43-BB06EDD6C292}"/>
              </a:ext>
            </a:extLst>
          </p:cNvPr>
          <p:cNvPicPr>
            <a:picLocks noGrp="1"/>
          </p:cNvPicPr>
          <p:nvPr>
            <p:ph idx="1"/>
          </p:nvPr>
        </p:nvPicPr>
        <p:blipFill>
          <a:blip r:embed="rId2"/>
          <a:srcRect/>
          <a:stretch>
            <a:fillRect/>
          </a:stretch>
        </p:blipFill>
        <p:spPr>
          <a:xfrm>
            <a:off x="2548661" y="2074606"/>
            <a:ext cx="7155003" cy="3794382"/>
          </a:xfrm>
          <a:prstGeom prst="rect">
            <a:avLst/>
          </a:prstGeom>
          <a:ln/>
        </p:spPr>
      </p:pic>
    </p:spTree>
    <p:extLst>
      <p:ext uri="{BB962C8B-B14F-4D97-AF65-F5344CB8AC3E}">
        <p14:creationId xmlns:p14="http://schemas.microsoft.com/office/powerpoint/2010/main" val="1752764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48188-80EB-4402-E36A-98AD1408DD60}"/>
              </a:ext>
            </a:extLst>
          </p:cNvPr>
          <p:cNvSpPr>
            <a:spLocks noGrp="1"/>
          </p:cNvSpPr>
          <p:nvPr>
            <p:ph type="title"/>
          </p:nvPr>
        </p:nvSpPr>
        <p:spPr/>
        <p:txBody>
          <a:bodyPr/>
          <a:lstStyle/>
          <a:p>
            <a:r>
              <a:rPr lang="en-IN" b="1" i="1" dirty="0">
                <a:solidFill>
                  <a:schemeClr val="accent2"/>
                </a:solidFill>
              </a:rPr>
              <a:t>Conclusion:</a:t>
            </a:r>
          </a:p>
        </p:txBody>
      </p:sp>
      <p:sp>
        <p:nvSpPr>
          <p:cNvPr id="3" name="Content Placeholder 2">
            <a:extLst>
              <a:ext uri="{FF2B5EF4-FFF2-40B4-BE49-F238E27FC236}">
                <a16:creationId xmlns:a16="http://schemas.microsoft.com/office/drawing/2014/main" id="{08CE9D68-75B3-4D40-12A5-3DC6E3099305}"/>
              </a:ext>
            </a:extLst>
          </p:cNvPr>
          <p:cNvSpPr>
            <a:spLocks noGrp="1"/>
          </p:cNvSpPr>
          <p:nvPr>
            <p:ph idx="1"/>
          </p:nvPr>
        </p:nvSpPr>
        <p:spPr/>
        <p:txBody>
          <a:bodyPr/>
          <a:lstStyle/>
          <a:p>
            <a:endParaRPr lang="en-IN" sz="1800" i="1" dirty="0">
              <a:solidFill>
                <a:schemeClr val="accent2"/>
              </a:solidFill>
              <a:effectLst/>
              <a:latin typeface="Arial" panose="020B0604020202020204" pitchFamily="34" charset="0"/>
              <a:ea typeface="Arial" panose="020B0604020202020204" pitchFamily="34" charset="0"/>
            </a:endParaRPr>
          </a:p>
          <a:p>
            <a:r>
              <a:rPr lang="en-IN" sz="1800" i="1" dirty="0">
                <a:solidFill>
                  <a:schemeClr val="accent2"/>
                </a:solidFill>
                <a:effectLst/>
                <a:latin typeface="Arial" panose="020B0604020202020204" pitchFamily="34" charset="0"/>
                <a:ea typeface="Arial" panose="020B0604020202020204" pitchFamily="34" charset="0"/>
              </a:rPr>
              <a:t>The paper comprehensively analyses the difficulties existing in the current deep learning-based artificial intelligence technology in medical image analysis, and puts forward corresponding suggestions from the aspects of technology, industry and application. In general, although the AI-based medical imaging computer-aided diagnosis mode can effectively reduce the work intensity of front-line clinical imaging doctors, a lot of practice and exploration are still needed to further improve the effectiveness and reliability of the entire disease diagnosis process. Therefore, how to improve the accuracy of lesion area detection, ensure the detection quality of the auxiliary diagnosis system and provide correct disease diagnosis information, in order to further improve the effectiveness and reliability of the whole diagnosis process, will become the main direction of future research.</a:t>
            </a:r>
          </a:p>
          <a:p>
            <a:endParaRPr lang="en-IN" dirty="0"/>
          </a:p>
        </p:txBody>
      </p:sp>
    </p:spTree>
    <p:extLst>
      <p:ext uri="{BB962C8B-B14F-4D97-AF65-F5344CB8AC3E}">
        <p14:creationId xmlns:p14="http://schemas.microsoft.com/office/powerpoint/2010/main" val="428533889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907</TotalTime>
  <Words>1261</Words>
  <Application>Microsoft Office PowerPoint</Application>
  <PresentationFormat>Widescreen</PresentationFormat>
  <Paragraphs>65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Retrospect</vt:lpstr>
      <vt:lpstr>Research on the application of artificial intelligence in medical imaging diagnosis</vt:lpstr>
      <vt:lpstr>Contents:</vt:lpstr>
      <vt:lpstr>Introduction:</vt:lpstr>
      <vt:lpstr>Abstract:</vt:lpstr>
      <vt:lpstr>Existing system:</vt:lpstr>
      <vt:lpstr>Proposed systems:</vt:lpstr>
      <vt:lpstr>Hardware and software specifications:</vt:lpstr>
      <vt:lpstr>PowerPoint Presentation</vt:lpstr>
      <vt:lpstr>Modules:</vt:lpstr>
      <vt:lpstr>PowerPoint Presentation</vt:lpstr>
      <vt:lpstr>PowerPoint Presentation</vt:lpstr>
      <vt:lpstr> Use case diagram:</vt:lpstr>
      <vt:lpstr>System Architecture:</vt:lpstr>
      <vt:lpstr>  Home page:</vt:lpstr>
      <vt:lpstr>Registration form:</vt:lpstr>
      <vt:lpstr>Admin login:</vt:lpstr>
      <vt:lpstr>Admin activation:</vt:lpstr>
      <vt:lpstr>User login:</vt:lpstr>
      <vt:lpstr>Chest X-ray:</vt:lpstr>
      <vt:lpstr>MRI Stroke:</vt:lpstr>
      <vt:lpstr>Mammography: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Arukala Sai Ram</dc:creator>
  <cp:lastModifiedBy>Arukala Sai Ram</cp:lastModifiedBy>
  <cp:revision>2</cp:revision>
  <dcterms:created xsi:type="dcterms:W3CDTF">2024-08-01T09:18:44Z</dcterms:created>
  <dcterms:modified xsi:type="dcterms:W3CDTF">2024-08-02T08:51:15Z</dcterms:modified>
</cp:coreProperties>
</file>